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6" r:id="rId9"/>
    <p:sldId id="265" r:id="rId10"/>
    <p:sldId id="262" r:id="rId11"/>
    <p:sldId id="267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69403-EA2D-FD24-6438-F9BFD0808F0C}" v="2205" dt="2026-04-06T16:29:34.379"/>
    <p1510:client id="{7D29D9B3-848B-35B5-561B-F2AF843EAD5B}" v="1403" dt="2026-04-05T23:26:58.0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w Nowak (Student)" userId="S::stew_nowak@mines.edu::6866e9bb-a1b2-421c-ba1b-38d9f0a8286a" providerId="AD" clId="Web-{7D29D9B3-848B-35B5-561B-F2AF843EAD5B}"/>
    <pc:docChg chg="mod addSld modSld addMainMaster delMainMaster">
      <pc:chgData name="Stew Nowak (Student)" userId="S::stew_nowak@mines.edu::6866e9bb-a1b2-421c-ba1b-38d9f0a8286a" providerId="AD" clId="Web-{7D29D9B3-848B-35B5-561B-F2AF843EAD5B}" dt="2026-04-05T23:26:58.089" v="1407" actId="20577"/>
      <pc:docMkLst>
        <pc:docMk/>
      </pc:docMkLst>
      <pc:sldChg chg="addSp delSp modSp mod setBg modClrScheme setClrOvrMap delDesignElem chgLayout">
        <pc:chgData name="Stew Nowak (Student)" userId="S::stew_nowak@mines.edu::6866e9bb-a1b2-421c-ba1b-38d9f0a8286a" providerId="AD" clId="Web-{7D29D9B3-848B-35B5-561B-F2AF843EAD5B}" dt="2026-04-05T19:26:47.422" v="30" actId="20577"/>
        <pc:sldMkLst>
          <pc:docMk/>
          <pc:sldMk cId="109857222" sldId="256"/>
        </pc:sldMkLst>
        <pc:spChg chg="mod ord">
          <ac:chgData name="Stew Nowak (Student)" userId="S::stew_nowak@mines.edu::6866e9bb-a1b2-421c-ba1b-38d9f0a8286a" providerId="AD" clId="Web-{7D29D9B3-848B-35B5-561B-F2AF843EAD5B}" dt="2026-04-05T19:24:25.298" v="14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Stew Nowak (Student)" userId="S::stew_nowak@mines.edu::6866e9bb-a1b2-421c-ba1b-38d9f0a8286a" providerId="AD" clId="Web-{7D29D9B3-848B-35B5-561B-F2AF843EAD5B}" dt="2026-04-05T19:26:47.422" v="30" actId="20577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Stew Nowak (Student)" userId="S::stew_nowak@mines.edu::6866e9bb-a1b2-421c-ba1b-38d9f0a8286a" providerId="AD" clId="Web-{7D29D9B3-848B-35B5-561B-F2AF843EAD5B}" dt="2026-04-05T19:24:04.064" v="12"/>
          <ac:spMkLst>
            <pc:docMk/>
            <pc:sldMk cId="109857222" sldId="256"/>
            <ac:spMk id="8" creationId="{19F9BF86-FE94-4517-B97D-026C7515E589}"/>
          </ac:spMkLst>
        </pc:spChg>
        <pc:spChg chg="add del">
          <ac:chgData name="Stew Nowak (Student)" userId="S::stew_nowak@mines.edu::6866e9bb-a1b2-421c-ba1b-38d9f0a8286a" providerId="AD" clId="Web-{7D29D9B3-848B-35B5-561B-F2AF843EAD5B}" dt="2026-04-05T18:59:31.348" v="1"/>
          <ac:spMkLst>
            <pc:docMk/>
            <pc:sldMk cId="109857222" sldId="256"/>
            <ac:spMk id="9" creationId="{8BEC44CD-E290-4D60-A056-5BA05B182AC3}"/>
          </ac:spMkLst>
        </pc:spChg>
        <pc:spChg chg="add del">
          <ac:chgData name="Stew Nowak (Student)" userId="S::stew_nowak@mines.edu::6866e9bb-a1b2-421c-ba1b-38d9f0a8286a" providerId="AD" clId="Web-{7D29D9B3-848B-35B5-561B-F2AF843EAD5B}" dt="2026-04-05T18:59:31.348" v="1"/>
          <ac:spMkLst>
            <pc:docMk/>
            <pc:sldMk cId="109857222" sldId="256"/>
            <ac:spMk id="11" creationId="{B2C335F7-F61C-4EB4-80F2-4B1438FE66BB}"/>
          </ac:spMkLst>
        </pc:spChg>
        <pc:spChg chg="add del">
          <ac:chgData name="Stew Nowak (Student)" userId="S::stew_nowak@mines.edu::6866e9bb-a1b2-421c-ba1b-38d9f0a8286a" providerId="AD" clId="Web-{7D29D9B3-848B-35B5-561B-F2AF843EAD5B}" dt="2026-04-05T18:59:31.348" v="1"/>
          <ac:spMkLst>
            <pc:docMk/>
            <pc:sldMk cId="109857222" sldId="256"/>
            <ac:spMk id="13" creationId="{F1189494-2B67-46D2-93D6-A122A09BF6B2}"/>
          </ac:spMkLst>
        </pc:spChg>
        <pc:spChg chg="add del">
          <ac:chgData name="Stew Nowak (Student)" userId="S::stew_nowak@mines.edu::6866e9bb-a1b2-421c-ba1b-38d9f0a8286a" providerId="AD" clId="Web-{7D29D9B3-848B-35B5-561B-F2AF843EAD5B}" dt="2026-04-05T18:59:58.426" v="3"/>
          <ac:spMkLst>
            <pc:docMk/>
            <pc:sldMk cId="109857222" sldId="256"/>
            <ac:spMk id="15" creationId="{A512846D-642B-42C7-A845-0CD48A66EBE4}"/>
          </ac:spMkLst>
        </pc:spChg>
        <pc:spChg chg="add del">
          <ac:chgData name="Stew Nowak (Student)" userId="S::stew_nowak@mines.edu::6866e9bb-a1b2-421c-ba1b-38d9f0a8286a" providerId="AD" clId="Web-{7D29D9B3-848B-35B5-561B-F2AF843EAD5B}" dt="2026-04-05T18:59:58.426" v="3"/>
          <ac:spMkLst>
            <pc:docMk/>
            <pc:sldMk cId="109857222" sldId="256"/>
            <ac:spMk id="16" creationId="{7575D6C8-F038-4FF5-B1D7-0C9145AA2B97}"/>
          </ac:spMkLst>
        </pc:spChg>
        <pc:spChg chg="add del">
          <ac:chgData name="Stew Nowak (Student)" userId="S::stew_nowak@mines.edu::6866e9bb-a1b2-421c-ba1b-38d9f0a8286a" providerId="AD" clId="Web-{7D29D9B3-848B-35B5-561B-F2AF843EAD5B}" dt="2026-04-05T19:00:47.553" v="5"/>
          <ac:spMkLst>
            <pc:docMk/>
            <pc:sldMk cId="109857222" sldId="256"/>
            <ac:spMk id="19" creationId="{CAA37442-EAE9-6CFC-AC74-44222B37FA80}"/>
          </ac:spMkLst>
        </pc:spChg>
        <pc:spChg chg="add del">
          <ac:chgData name="Stew Nowak (Student)" userId="S::stew_nowak@mines.edu::6866e9bb-a1b2-421c-ba1b-38d9f0a8286a" providerId="AD" clId="Web-{7D29D9B3-848B-35B5-561B-F2AF843EAD5B}" dt="2026-04-05T19:00:47.553" v="5"/>
          <ac:spMkLst>
            <pc:docMk/>
            <pc:sldMk cId="109857222" sldId="256"/>
            <ac:spMk id="21" creationId="{54117A24-9D5E-A791-A2F4-8C81AC603C15}"/>
          </ac:spMkLst>
        </pc:spChg>
        <pc:picChg chg="add del">
          <ac:chgData name="Stew Nowak (Student)" userId="S::stew_nowak@mines.edu::6866e9bb-a1b2-421c-ba1b-38d9f0a8286a" providerId="AD" clId="Web-{7D29D9B3-848B-35B5-561B-F2AF843EAD5B}" dt="2026-04-05T18:59:31.348" v="1"/>
          <ac:picMkLst>
            <pc:docMk/>
            <pc:sldMk cId="109857222" sldId="256"/>
            <ac:picMk id="4" creationId="{2E000CA6-F6AE-4D08-48FB-33E584CAF8EA}"/>
          </ac:picMkLst>
        </pc:picChg>
        <pc:picChg chg="add del">
          <ac:chgData name="Stew Nowak (Student)" userId="S::stew_nowak@mines.edu::6866e9bb-a1b2-421c-ba1b-38d9f0a8286a" providerId="AD" clId="Web-{7D29D9B3-848B-35B5-561B-F2AF843EAD5B}" dt="2026-04-05T18:59:58.426" v="3"/>
          <ac:picMkLst>
            <pc:docMk/>
            <pc:sldMk cId="109857222" sldId="256"/>
            <ac:picMk id="17" creationId="{35467E90-9059-DE05-0A78-6B6CD8B2647E}"/>
          </ac:picMkLst>
        </pc:picChg>
        <pc:picChg chg="add del">
          <ac:chgData name="Stew Nowak (Student)" userId="S::stew_nowak@mines.edu::6866e9bb-a1b2-421c-ba1b-38d9f0a8286a" providerId="AD" clId="Web-{7D29D9B3-848B-35B5-561B-F2AF843EAD5B}" dt="2026-04-05T19:00:47.553" v="5"/>
          <ac:picMkLst>
            <pc:docMk/>
            <pc:sldMk cId="109857222" sldId="256"/>
            <ac:picMk id="20" creationId="{FC1CF94C-4C34-E63E-9733-BC02BED8D3D5}"/>
          </ac:picMkLst>
        </pc:picChg>
        <pc:cxnChg chg="add del">
          <ac:chgData name="Stew Nowak (Student)" userId="S::stew_nowak@mines.edu::6866e9bb-a1b2-421c-ba1b-38d9f0a8286a" providerId="AD" clId="Web-{7D29D9B3-848B-35B5-561B-F2AF843EAD5B}" dt="2026-04-05T19:24:04.064" v="12"/>
          <ac:cxnSpMkLst>
            <pc:docMk/>
            <pc:sldMk cId="109857222" sldId="256"/>
            <ac:cxnSpMk id="10" creationId="{5E10C1D6-7EDE-467F-89EA-E0244EB62381}"/>
          </ac:cxnSpMkLst>
        </pc:cxnChg>
      </pc:sldChg>
      <pc:sldChg chg="modSp new">
        <pc:chgData name="Stew Nowak (Student)" userId="S::stew_nowak@mines.edu::6866e9bb-a1b2-421c-ba1b-38d9f0a8286a" providerId="AD" clId="Web-{7D29D9B3-848B-35B5-561B-F2AF843EAD5B}" dt="2026-04-05T23:26:58.089" v="1407" actId="20577"/>
        <pc:sldMkLst>
          <pc:docMk/>
          <pc:sldMk cId="871556608" sldId="257"/>
        </pc:sldMkLst>
        <pc:spChg chg="mod">
          <ac:chgData name="Stew Nowak (Student)" userId="S::stew_nowak@mines.edu::6866e9bb-a1b2-421c-ba1b-38d9f0a8286a" providerId="AD" clId="Web-{7D29D9B3-848B-35B5-561B-F2AF843EAD5B}" dt="2026-04-05T19:31:48.606" v="159" actId="20577"/>
          <ac:spMkLst>
            <pc:docMk/>
            <pc:sldMk cId="871556608" sldId="257"/>
            <ac:spMk id="2" creationId="{8B533A80-E364-5762-C441-78B2C9C4512D}"/>
          </ac:spMkLst>
        </pc:spChg>
        <pc:spChg chg="mod">
          <ac:chgData name="Stew Nowak (Student)" userId="S::stew_nowak@mines.edu::6866e9bb-a1b2-421c-ba1b-38d9f0a8286a" providerId="AD" clId="Web-{7D29D9B3-848B-35B5-561B-F2AF843EAD5B}" dt="2026-04-05T23:26:58.089" v="1407" actId="20577"/>
          <ac:spMkLst>
            <pc:docMk/>
            <pc:sldMk cId="871556608" sldId="257"/>
            <ac:spMk id="3" creationId="{AA667B3C-D211-0D0B-B3F2-B15CA0569941}"/>
          </ac:spMkLst>
        </pc:spChg>
      </pc:sldChg>
      <pc:sldChg chg="modSp new">
        <pc:chgData name="Stew Nowak (Student)" userId="S::stew_nowak@mines.edu::6866e9bb-a1b2-421c-ba1b-38d9f0a8286a" providerId="AD" clId="Web-{7D29D9B3-848B-35B5-561B-F2AF843EAD5B}" dt="2026-04-05T22:14:58.326" v="1168" actId="20577"/>
        <pc:sldMkLst>
          <pc:docMk/>
          <pc:sldMk cId="4198597811" sldId="258"/>
        </pc:sldMkLst>
        <pc:spChg chg="mod">
          <ac:chgData name="Stew Nowak (Student)" userId="S::stew_nowak@mines.edu::6866e9bb-a1b2-421c-ba1b-38d9f0a8286a" providerId="AD" clId="Web-{7D29D9B3-848B-35B5-561B-F2AF843EAD5B}" dt="2026-04-05T19:27:35.485" v="47" actId="20577"/>
          <ac:spMkLst>
            <pc:docMk/>
            <pc:sldMk cId="4198597811" sldId="258"/>
            <ac:spMk id="2" creationId="{F937F1F2-8A77-8767-96C2-821635CE77D6}"/>
          </ac:spMkLst>
        </pc:spChg>
        <pc:spChg chg="mod">
          <ac:chgData name="Stew Nowak (Student)" userId="S::stew_nowak@mines.edu::6866e9bb-a1b2-421c-ba1b-38d9f0a8286a" providerId="AD" clId="Web-{7D29D9B3-848B-35B5-561B-F2AF843EAD5B}" dt="2026-04-05T22:14:58.326" v="1168" actId="20577"/>
          <ac:spMkLst>
            <pc:docMk/>
            <pc:sldMk cId="4198597811" sldId="258"/>
            <ac:spMk id="3" creationId="{06850817-60E7-290E-A1DD-310252983339}"/>
          </ac:spMkLst>
        </pc:spChg>
      </pc:sldChg>
      <pc:sldChg chg="modSp new">
        <pc:chgData name="Stew Nowak (Student)" userId="S::stew_nowak@mines.edu::6866e9bb-a1b2-421c-ba1b-38d9f0a8286a" providerId="AD" clId="Web-{7D29D9B3-848B-35B5-561B-F2AF843EAD5B}" dt="2026-04-05T22:38:41.019" v="1285" actId="20577"/>
        <pc:sldMkLst>
          <pc:docMk/>
          <pc:sldMk cId="601859229" sldId="259"/>
        </pc:sldMkLst>
        <pc:spChg chg="mod">
          <ac:chgData name="Stew Nowak (Student)" userId="S::stew_nowak@mines.edu::6866e9bb-a1b2-421c-ba1b-38d9f0a8286a" providerId="AD" clId="Web-{7D29D9B3-848B-35B5-561B-F2AF843EAD5B}" dt="2026-04-05T22:38:41.019" v="1285" actId="20577"/>
          <ac:spMkLst>
            <pc:docMk/>
            <pc:sldMk cId="601859229" sldId="259"/>
            <ac:spMk id="2" creationId="{F5DED4EE-8A79-4C5F-3B5C-9D9A4C0A0699}"/>
          </ac:spMkLst>
        </pc:spChg>
        <pc:spChg chg="mod">
          <ac:chgData name="Stew Nowak (Student)" userId="S::stew_nowak@mines.edu::6866e9bb-a1b2-421c-ba1b-38d9f0a8286a" providerId="AD" clId="Web-{7D29D9B3-848B-35B5-561B-F2AF843EAD5B}" dt="2026-04-05T22:31:22.298" v="1251" actId="20577"/>
          <ac:spMkLst>
            <pc:docMk/>
            <pc:sldMk cId="601859229" sldId="259"/>
            <ac:spMk id="3" creationId="{2588B63C-7882-4C94-A0B4-C751B6569F64}"/>
          </ac:spMkLst>
        </pc:spChg>
      </pc:sldChg>
      <pc:sldChg chg="modSp new">
        <pc:chgData name="Stew Nowak (Student)" userId="S::stew_nowak@mines.edu::6866e9bb-a1b2-421c-ba1b-38d9f0a8286a" providerId="AD" clId="Web-{7D29D9B3-848B-35B5-561B-F2AF843EAD5B}" dt="2026-04-05T22:08:35.372" v="1082" actId="20577"/>
        <pc:sldMkLst>
          <pc:docMk/>
          <pc:sldMk cId="759049123" sldId="260"/>
        </pc:sldMkLst>
        <pc:spChg chg="mod">
          <ac:chgData name="Stew Nowak (Student)" userId="S::stew_nowak@mines.edu::6866e9bb-a1b2-421c-ba1b-38d9f0a8286a" providerId="AD" clId="Web-{7D29D9B3-848B-35B5-561B-F2AF843EAD5B}" dt="2026-04-05T20:27:00.559" v="336" actId="20577"/>
          <ac:spMkLst>
            <pc:docMk/>
            <pc:sldMk cId="759049123" sldId="260"/>
            <ac:spMk id="2" creationId="{FBD91529-032B-8E3B-FCCE-0A9BBF67C691}"/>
          </ac:spMkLst>
        </pc:spChg>
        <pc:spChg chg="mod">
          <ac:chgData name="Stew Nowak (Student)" userId="S::stew_nowak@mines.edu::6866e9bb-a1b2-421c-ba1b-38d9f0a8286a" providerId="AD" clId="Web-{7D29D9B3-848B-35B5-561B-F2AF843EAD5B}" dt="2026-04-05T22:08:35.372" v="1082" actId="20577"/>
          <ac:spMkLst>
            <pc:docMk/>
            <pc:sldMk cId="759049123" sldId="260"/>
            <ac:spMk id="3" creationId="{0FBCD01F-9CC2-76B6-44D1-8F7B9E31667C}"/>
          </ac:spMkLst>
        </pc:spChg>
      </pc:sldChg>
      <pc:sldChg chg="modSp new">
        <pc:chgData name="Stew Nowak (Student)" userId="S::stew_nowak@mines.edu::6866e9bb-a1b2-421c-ba1b-38d9f0a8286a" providerId="AD" clId="Web-{7D29D9B3-848B-35B5-561B-F2AF843EAD5B}" dt="2026-04-05T23:09:25.639" v="1310" actId="20577"/>
        <pc:sldMkLst>
          <pc:docMk/>
          <pc:sldMk cId="9527589" sldId="261"/>
        </pc:sldMkLst>
        <pc:spChg chg="mod">
          <ac:chgData name="Stew Nowak (Student)" userId="S::stew_nowak@mines.edu::6866e9bb-a1b2-421c-ba1b-38d9f0a8286a" providerId="AD" clId="Web-{7D29D9B3-848B-35B5-561B-F2AF843EAD5B}" dt="2026-04-05T19:29:21.921" v="99" actId="20577"/>
          <ac:spMkLst>
            <pc:docMk/>
            <pc:sldMk cId="9527589" sldId="261"/>
            <ac:spMk id="2" creationId="{877ED23C-F1E0-51BD-DF4E-A7EAF3343DF8}"/>
          </ac:spMkLst>
        </pc:spChg>
        <pc:spChg chg="mod">
          <ac:chgData name="Stew Nowak (Student)" userId="S::stew_nowak@mines.edu::6866e9bb-a1b2-421c-ba1b-38d9f0a8286a" providerId="AD" clId="Web-{7D29D9B3-848B-35B5-561B-F2AF843EAD5B}" dt="2026-04-05T23:09:25.639" v="1310" actId="20577"/>
          <ac:spMkLst>
            <pc:docMk/>
            <pc:sldMk cId="9527589" sldId="261"/>
            <ac:spMk id="3" creationId="{BC2E7CF5-C33D-D221-050C-B34245304638}"/>
          </ac:spMkLst>
        </pc:spChg>
      </pc:sldChg>
      <pc:sldChg chg="modSp new">
        <pc:chgData name="Stew Nowak (Student)" userId="S::stew_nowak@mines.edu::6866e9bb-a1b2-421c-ba1b-38d9f0a8286a" providerId="AD" clId="Web-{7D29D9B3-848B-35B5-561B-F2AF843EAD5B}" dt="2026-04-05T21:24:51.456" v="862" actId="20577"/>
        <pc:sldMkLst>
          <pc:docMk/>
          <pc:sldMk cId="1651798298" sldId="262"/>
        </pc:sldMkLst>
        <pc:spChg chg="mod">
          <ac:chgData name="Stew Nowak (Student)" userId="S::stew_nowak@mines.edu::6866e9bb-a1b2-421c-ba1b-38d9f0a8286a" providerId="AD" clId="Web-{7D29D9B3-848B-35B5-561B-F2AF843EAD5B}" dt="2026-04-05T19:29:43.092" v="105" actId="20577"/>
          <ac:spMkLst>
            <pc:docMk/>
            <pc:sldMk cId="1651798298" sldId="262"/>
            <ac:spMk id="2" creationId="{1C71EC2E-DBC2-E8F6-A090-DEABC04E1EEE}"/>
          </ac:spMkLst>
        </pc:spChg>
        <pc:spChg chg="mod">
          <ac:chgData name="Stew Nowak (Student)" userId="S::stew_nowak@mines.edu::6866e9bb-a1b2-421c-ba1b-38d9f0a8286a" providerId="AD" clId="Web-{7D29D9B3-848B-35B5-561B-F2AF843EAD5B}" dt="2026-04-05T21:24:51.456" v="862" actId="20577"/>
          <ac:spMkLst>
            <pc:docMk/>
            <pc:sldMk cId="1651798298" sldId="262"/>
            <ac:spMk id="3" creationId="{FD9FE39A-C1FA-94E2-C7F4-6197B97954D5}"/>
          </ac:spMkLst>
        </pc:spChg>
      </pc:sldChg>
      <pc:sldChg chg="modSp new">
        <pc:chgData name="Stew Nowak (Student)" userId="S::stew_nowak@mines.edu::6866e9bb-a1b2-421c-ba1b-38d9f0a8286a" providerId="AD" clId="Web-{7D29D9B3-848B-35B5-561B-F2AF843EAD5B}" dt="2026-04-05T22:38:01.675" v="1284" actId="20577"/>
        <pc:sldMkLst>
          <pc:docMk/>
          <pc:sldMk cId="3513725173" sldId="263"/>
        </pc:sldMkLst>
        <pc:spChg chg="mod">
          <ac:chgData name="Stew Nowak (Student)" userId="S::stew_nowak@mines.edu::6866e9bb-a1b2-421c-ba1b-38d9f0a8286a" providerId="AD" clId="Web-{7D29D9B3-848B-35B5-561B-F2AF843EAD5B}" dt="2026-04-05T19:30:16.873" v="120" actId="20577"/>
          <ac:spMkLst>
            <pc:docMk/>
            <pc:sldMk cId="3513725173" sldId="263"/>
            <ac:spMk id="2" creationId="{D3C4922B-4EA0-9580-022E-D31D2A3F1561}"/>
          </ac:spMkLst>
        </pc:spChg>
        <pc:spChg chg="mod">
          <ac:chgData name="Stew Nowak (Student)" userId="S::stew_nowak@mines.edu::6866e9bb-a1b2-421c-ba1b-38d9f0a8286a" providerId="AD" clId="Web-{7D29D9B3-848B-35B5-561B-F2AF843EAD5B}" dt="2026-04-05T22:38:01.675" v="1284" actId="20577"/>
          <ac:spMkLst>
            <pc:docMk/>
            <pc:sldMk cId="3513725173" sldId="263"/>
            <ac:spMk id="3" creationId="{3F84E183-130F-1B04-3F67-B1F25F73C888}"/>
          </ac:spMkLst>
        </pc:spChg>
      </pc:sldChg>
      <pc:sldChg chg="modSp new">
        <pc:chgData name="Stew Nowak (Student)" userId="S::stew_nowak@mines.edu::6866e9bb-a1b2-421c-ba1b-38d9f0a8286a" providerId="AD" clId="Web-{7D29D9B3-848B-35B5-561B-F2AF843EAD5B}" dt="2026-04-05T23:20:18.815" v="1374" actId="20577"/>
        <pc:sldMkLst>
          <pc:docMk/>
          <pc:sldMk cId="7471435" sldId="264"/>
        </pc:sldMkLst>
        <pc:spChg chg="mod">
          <ac:chgData name="Stew Nowak (Student)" userId="S::stew_nowak@mines.edu::6866e9bb-a1b2-421c-ba1b-38d9f0a8286a" providerId="AD" clId="Web-{7D29D9B3-848B-35B5-561B-F2AF843EAD5B}" dt="2026-04-05T20:27:06.574" v="341" actId="20577"/>
          <ac:spMkLst>
            <pc:docMk/>
            <pc:sldMk cId="7471435" sldId="264"/>
            <ac:spMk id="2" creationId="{9ED7BEC8-C71F-48B5-743E-53CDD2DF08AB}"/>
          </ac:spMkLst>
        </pc:spChg>
        <pc:spChg chg="mod">
          <ac:chgData name="Stew Nowak (Student)" userId="S::stew_nowak@mines.edu::6866e9bb-a1b2-421c-ba1b-38d9f0a8286a" providerId="AD" clId="Web-{7D29D9B3-848B-35B5-561B-F2AF843EAD5B}" dt="2026-04-05T23:20:18.815" v="1374" actId="20577"/>
          <ac:spMkLst>
            <pc:docMk/>
            <pc:sldMk cId="7471435" sldId="264"/>
            <ac:spMk id="3" creationId="{F2F4F64A-C243-6EEC-F2D4-AC589DAD3E84}"/>
          </ac:spMkLst>
        </pc:spChg>
      </pc:sldChg>
      <pc:sldMasterChg chg="add del addSldLayout delSldLayout">
        <pc:chgData name="Stew Nowak (Student)" userId="S::stew_nowak@mines.edu::6866e9bb-a1b2-421c-ba1b-38d9f0a8286a" providerId="AD" clId="Web-{7D29D9B3-848B-35B5-561B-F2AF843EAD5B}" dt="2026-04-05T19:00:47.600" v="6"/>
        <pc:sldMasterMkLst>
          <pc:docMk/>
          <pc:sldMasterMk cId="2460954070" sldId="2147483660"/>
        </pc:sldMasterMkLst>
        <pc:sldLayoutChg chg="add del">
          <pc:chgData name="Stew Nowak (Student)" userId="S::stew_nowak@mines.edu::6866e9bb-a1b2-421c-ba1b-38d9f0a8286a" providerId="AD" clId="Web-{7D29D9B3-848B-35B5-561B-F2AF843EAD5B}" dt="2026-04-05T19:00:47.600" v="6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9:00:47.600" v="6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9:00:47.600" v="6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9:00:47.600" v="6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9:00:47.600" v="6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9:00:47.600" v="6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9:00:47.600" v="6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9:00:47.600" v="6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9:00:47.600" v="6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9:00:47.600" v="6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9:00:47.600" v="6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">
        <pc:chgData name="Stew Nowak (Student)" userId="S::stew_nowak@mines.edu::6866e9bb-a1b2-421c-ba1b-38d9f0a8286a" providerId="AD" clId="Web-{7D29D9B3-848B-35B5-561B-F2AF843EAD5B}" dt="2026-04-05T19:24:04.064" v="12"/>
        <pc:sldMasterMkLst>
          <pc:docMk/>
          <pc:sldMasterMk cId="2437568804" sldId="2147483695"/>
        </pc:sldMasterMkLst>
        <pc:sldLayoutChg chg="add del">
          <pc:chgData name="Stew Nowak (Student)" userId="S::stew_nowak@mines.edu::6866e9bb-a1b2-421c-ba1b-38d9f0a8286a" providerId="AD" clId="Web-{7D29D9B3-848B-35B5-561B-F2AF843EAD5B}" dt="2026-04-05T19:24:04.064" v="12"/>
          <pc:sldLayoutMkLst>
            <pc:docMk/>
            <pc:sldMasterMk cId="2437568804" sldId="2147483695"/>
            <pc:sldLayoutMk cId="4163557667" sldId="2147483684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9:24:04.064" v="12"/>
          <pc:sldLayoutMkLst>
            <pc:docMk/>
            <pc:sldMasterMk cId="2437568804" sldId="2147483695"/>
            <pc:sldLayoutMk cId="547388519" sldId="2147483685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9:24:04.064" v="12"/>
          <pc:sldLayoutMkLst>
            <pc:docMk/>
            <pc:sldMasterMk cId="2437568804" sldId="2147483695"/>
            <pc:sldLayoutMk cId="3824801362" sldId="2147483686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9:24:04.064" v="12"/>
          <pc:sldLayoutMkLst>
            <pc:docMk/>
            <pc:sldMasterMk cId="2437568804" sldId="2147483695"/>
            <pc:sldLayoutMk cId="1757636553" sldId="2147483687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9:24:04.064" v="12"/>
          <pc:sldLayoutMkLst>
            <pc:docMk/>
            <pc:sldMasterMk cId="2437568804" sldId="2147483695"/>
            <pc:sldLayoutMk cId="2182516198" sldId="2147483688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9:24:04.064" v="12"/>
          <pc:sldLayoutMkLst>
            <pc:docMk/>
            <pc:sldMasterMk cId="2437568804" sldId="2147483695"/>
            <pc:sldLayoutMk cId="3038915035" sldId="2147483689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9:24:04.064" v="12"/>
          <pc:sldLayoutMkLst>
            <pc:docMk/>
            <pc:sldMasterMk cId="2437568804" sldId="2147483695"/>
            <pc:sldLayoutMk cId="4149908153" sldId="2147483690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9:24:04.064" v="12"/>
          <pc:sldLayoutMkLst>
            <pc:docMk/>
            <pc:sldMasterMk cId="2437568804" sldId="2147483695"/>
            <pc:sldLayoutMk cId="1002331878" sldId="2147483691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9:24:04.064" v="12"/>
          <pc:sldLayoutMkLst>
            <pc:docMk/>
            <pc:sldMasterMk cId="2437568804" sldId="2147483695"/>
            <pc:sldLayoutMk cId="3968416695" sldId="2147483692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9:24:04.064" v="12"/>
          <pc:sldLayoutMkLst>
            <pc:docMk/>
            <pc:sldMasterMk cId="2437568804" sldId="2147483695"/>
            <pc:sldLayoutMk cId="2396055448" sldId="2147483693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9:24:04.064" v="12"/>
          <pc:sldLayoutMkLst>
            <pc:docMk/>
            <pc:sldMasterMk cId="2437568804" sldId="2147483695"/>
            <pc:sldLayoutMk cId="2391203786" sldId="2147483694"/>
          </pc:sldLayoutMkLst>
        </pc:sldLayoutChg>
      </pc:sldMasterChg>
      <pc:sldMasterChg chg="add del addSldLayout delSldLayout">
        <pc:chgData name="Stew Nowak (Student)" userId="S::stew_nowak@mines.edu::6866e9bb-a1b2-421c-ba1b-38d9f0a8286a" providerId="AD" clId="Web-{7D29D9B3-848B-35B5-561B-F2AF843EAD5B}" dt="2026-04-05T18:59:31.348" v="1"/>
        <pc:sldMasterMkLst>
          <pc:docMk/>
          <pc:sldMasterMk cId="3263435769" sldId="2147483695"/>
        </pc:sldMasterMkLst>
        <pc:sldLayoutChg chg="add del">
          <pc:chgData name="Stew Nowak (Student)" userId="S::stew_nowak@mines.edu::6866e9bb-a1b2-421c-ba1b-38d9f0a8286a" providerId="AD" clId="Web-{7D29D9B3-848B-35B5-561B-F2AF843EAD5B}" dt="2026-04-05T18:59:31.348" v="1"/>
          <pc:sldLayoutMkLst>
            <pc:docMk/>
            <pc:sldMasterMk cId="3263435769" sldId="2147483695"/>
            <pc:sldLayoutMk cId="1591901139" sldId="2147483684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8:59:31.348" v="1"/>
          <pc:sldLayoutMkLst>
            <pc:docMk/>
            <pc:sldMasterMk cId="3263435769" sldId="2147483695"/>
            <pc:sldLayoutMk cId="169194990" sldId="2147483685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8:59:31.348" v="1"/>
          <pc:sldLayoutMkLst>
            <pc:docMk/>
            <pc:sldMasterMk cId="3263435769" sldId="2147483695"/>
            <pc:sldLayoutMk cId="2585746866" sldId="2147483686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8:59:31.348" v="1"/>
          <pc:sldLayoutMkLst>
            <pc:docMk/>
            <pc:sldMasterMk cId="3263435769" sldId="2147483695"/>
            <pc:sldLayoutMk cId="1304001079" sldId="2147483687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8:59:31.348" v="1"/>
          <pc:sldLayoutMkLst>
            <pc:docMk/>
            <pc:sldMasterMk cId="3263435769" sldId="2147483695"/>
            <pc:sldLayoutMk cId="3567575126" sldId="2147483688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8:59:31.348" v="1"/>
          <pc:sldLayoutMkLst>
            <pc:docMk/>
            <pc:sldMasterMk cId="3263435769" sldId="2147483695"/>
            <pc:sldLayoutMk cId="1235649328" sldId="2147483689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8:59:31.348" v="1"/>
          <pc:sldLayoutMkLst>
            <pc:docMk/>
            <pc:sldMasterMk cId="3263435769" sldId="2147483695"/>
            <pc:sldLayoutMk cId="1899518122" sldId="2147483690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8:59:31.348" v="1"/>
          <pc:sldLayoutMkLst>
            <pc:docMk/>
            <pc:sldMasterMk cId="3263435769" sldId="2147483695"/>
            <pc:sldLayoutMk cId="4155577482" sldId="2147483691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8:59:31.348" v="1"/>
          <pc:sldLayoutMkLst>
            <pc:docMk/>
            <pc:sldMasterMk cId="3263435769" sldId="2147483695"/>
            <pc:sldLayoutMk cId="642622987" sldId="2147483692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8:59:31.348" v="1"/>
          <pc:sldLayoutMkLst>
            <pc:docMk/>
            <pc:sldMasterMk cId="3263435769" sldId="2147483695"/>
            <pc:sldLayoutMk cId="732675013" sldId="2147483693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8:59:31.348" v="1"/>
          <pc:sldLayoutMkLst>
            <pc:docMk/>
            <pc:sldMasterMk cId="3263435769" sldId="2147483695"/>
            <pc:sldLayoutMk cId="1325714100" sldId="2147483694"/>
          </pc:sldLayoutMkLst>
        </pc:sldLayoutChg>
      </pc:sldMasterChg>
      <pc:sldMasterChg chg="add del addSldLayout delSldLayout modSldLayout">
        <pc:chgData name="Stew Nowak (Student)" userId="S::stew_nowak@mines.edu::6866e9bb-a1b2-421c-ba1b-38d9f0a8286a" providerId="AD" clId="Web-{7D29D9B3-848B-35B5-561B-F2AF843EAD5B}" dt="2026-04-05T19:24:19.939" v="13"/>
        <pc:sldMasterMkLst>
          <pc:docMk/>
          <pc:sldMasterMk cId="1565997606" sldId="2147483696"/>
        </pc:sldMasterMkLst>
        <pc:sldLayoutChg chg="add del mod replId">
          <pc:chgData name="Stew Nowak (Student)" userId="S::stew_nowak@mines.edu::6866e9bb-a1b2-421c-ba1b-38d9f0a8286a" providerId="AD" clId="Web-{7D29D9B3-848B-35B5-561B-F2AF843EAD5B}" dt="2026-04-05T19:24:19.939" v="13"/>
          <pc:sldLayoutMkLst>
            <pc:docMk/>
            <pc:sldMasterMk cId="1565997606" sldId="2147483696"/>
            <pc:sldLayoutMk cId="1638254062" sldId="2147483697"/>
          </pc:sldLayoutMkLst>
        </pc:sldLayoutChg>
        <pc:sldLayoutChg chg="add del mod replId">
          <pc:chgData name="Stew Nowak (Student)" userId="S::stew_nowak@mines.edu::6866e9bb-a1b2-421c-ba1b-38d9f0a8286a" providerId="AD" clId="Web-{7D29D9B3-848B-35B5-561B-F2AF843EAD5B}" dt="2026-04-05T19:24:19.939" v="13"/>
          <pc:sldLayoutMkLst>
            <pc:docMk/>
            <pc:sldMasterMk cId="1565997606" sldId="2147483696"/>
            <pc:sldLayoutMk cId="4235277680" sldId="2147483698"/>
          </pc:sldLayoutMkLst>
        </pc:sldLayoutChg>
        <pc:sldLayoutChg chg="add del mod replId">
          <pc:chgData name="Stew Nowak (Student)" userId="S::stew_nowak@mines.edu::6866e9bb-a1b2-421c-ba1b-38d9f0a8286a" providerId="AD" clId="Web-{7D29D9B3-848B-35B5-561B-F2AF843EAD5B}" dt="2026-04-05T19:24:19.939" v="13"/>
          <pc:sldLayoutMkLst>
            <pc:docMk/>
            <pc:sldMasterMk cId="1565997606" sldId="2147483696"/>
            <pc:sldLayoutMk cId="2340881898" sldId="2147483699"/>
          </pc:sldLayoutMkLst>
        </pc:sldLayoutChg>
        <pc:sldLayoutChg chg="add del mod replId">
          <pc:chgData name="Stew Nowak (Student)" userId="S::stew_nowak@mines.edu::6866e9bb-a1b2-421c-ba1b-38d9f0a8286a" providerId="AD" clId="Web-{7D29D9B3-848B-35B5-561B-F2AF843EAD5B}" dt="2026-04-05T19:24:19.939" v="13"/>
          <pc:sldLayoutMkLst>
            <pc:docMk/>
            <pc:sldMasterMk cId="1565997606" sldId="2147483696"/>
            <pc:sldLayoutMk cId="3283734560" sldId="2147483700"/>
          </pc:sldLayoutMkLst>
        </pc:sldLayoutChg>
        <pc:sldLayoutChg chg="add del mod replId">
          <pc:chgData name="Stew Nowak (Student)" userId="S::stew_nowak@mines.edu::6866e9bb-a1b2-421c-ba1b-38d9f0a8286a" providerId="AD" clId="Web-{7D29D9B3-848B-35B5-561B-F2AF843EAD5B}" dt="2026-04-05T19:24:19.939" v="13"/>
          <pc:sldLayoutMkLst>
            <pc:docMk/>
            <pc:sldMasterMk cId="1565997606" sldId="2147483696"/>
            <pc:sldLayoutMk cId="3871627571" sldId="2147483701"/>
          </pc:sldLayoutMkLst>
        </pc:sldLayoutChg>
        <pc:sldLayoutChg chg="add del mod replId">
          <pc:chgData name="Stew Nowak (Student)" userId="S::stew_nowak@mines.edu::6866e9bb-a1b2-421c-ba1b-38d9f0a8286a" providerId="AD" clId="Web-{7D29D9B3-848B-35B5-561B-F2AF843EAD5B}" dt="2026-04-05T19:24:19.939" v="13"/>
          <pc:sldLayoutMkLst>
            <pc:docMk/>
            <pc:sldMasterMk cId="1565997606" sldId="2147483696"/>
            <pc:sldLayoutMk cId="1835200582" sldId="2147483702"/>
          </pc:sldLayoutMkLst>
        </pc:sldLayoutChg>
        <pc:sldLayoutChg chg="add del mod replId">
          <pc:chgData name="Stew Nowak (Student)" userId="S::stew_nowak@mines.edu::6866e9bb-a1b2-421c-ba1b-38d9f0a8286a" providerId="AD" clId="Web-{7D29D9B3-848B-35B5-561B-F2AF843EAD5B}" dt="2026-04-05T19:24:19.939" v="13"/>
          <pc:sldLayoutMkLst>
            <pc:docMk/>
            <pc:sldMasterMk cId="1565997606" sldId="2147483696"/>
            <pc:sldLayoutMk cId="2481974254" sldId="2147483703"/>
          </pc:sldLayoutMkLst>
        </pc:sldLayoutChg>
        <pc:sldLayoutChg chg="add del mod replId">
          <pc:chgData name="Stew Nowak (Student)" userId="S::stew_nowak@mines.edu::6866e9bb-a1b2-421c-ba1b-38d9f0a8286a" providerId="AD" clId="Web-{7D29D9B3-848B-35B5-561B-F2AF843EAD5B}" dt="2026-04-05T19:24:19.939" v="13"/>
          <pc:sldLayoutMkLst>
            <pc:docMk/>
            <pc:sldMasterMk cId="1565997606" sldId="2147483696"/>
            <pc:sldLayoutMk cId="501087375" sldId="2147483704"/>
          </pc:sldLayoutMkLst>
        </pc:sldLayoutChg>
        <pc:sldLayoutChg chg="add del mod replId">
          <pc:chgData name="Stew Nowak (Student)" userId="S::stew_nowak@mines.edu::6866e9bb-a1b2-421c-ba1b-38d9f0a8286a" providerId="AD" clId="Web-{7D29D9B3-848B-35B5-561B-F2AF843EAD5B}" dt="2026-04-05T19:24:19.939" v="13"/>
          <pc:sldLayoutMkLst>
            <pc:docMk/>
            <pc:sldMasterMk cId="1565997606" sldId="2147483696"/>
            <pc:sldLayoutMk cId="1807101054" sldId="2147483705"/>
          </pc:sldLayoutMkLst>
        </pc:sldLayoutChg>
        <pc:sldLayoutChg chg="add del mod replId">
          <pc:chgData name="Stew Nowak (Student)" userId="S::stew_nowak@mines.edu::6866e9bb-a1b2-421c-ba1b-38d9f0a8286a" providerId="AD" clId="Web-{7D29D9B3-848B-35B5-561B-F2AF843EAD5B}" dt="2026-04-05T19:24:19.939" v="13"/>
          <pc:sldLayoutMkLst>
            <pc:docMk/>
            <pc:sldMasterMk cId="1565997606" sldId="2147483696"/>
            <pc:sldLayoutMk cId="1727965482" sldId="2147483706"/>
          </pc:sldLayoutMkLst>
        </pc:sldLayoutChg>
        <pc:sldLayoutChg chg="add del mod replId">
          <pc:chgData name="Stew Nowak (Student)" userId="S::stew_nowak@mines.edu::6866e9bb-a1b2-421c-ba1b-38d9f0a8286a" providerId="AD" clId="Web-{7D29D9B3-848B-35B5-561B-F2AF843EAD5B}" dt="2026-04-05T19:24:19.939" v="13"/>
          <pc:sldLayoutMkLst>
            <pc:docMk/>
            <pc:sldMasterMk cId="1565997606" sldId="2147483696"/>
            <pc:sldLayoutMk cId="2872891384" sldId="2147483707"/>
          </pc:sldLayoutMkLst>
        </pc:sldLayoutChg>
        <pc:sldLayoutChg chg="add del mod replId">
          <pc:chgData name="Stew Nowak (Student)" userId="S::stew_nowak@mines.edu::6866e9bb-a1b2-421c-ba1b-38d9f0a8286a" providerId="AD" clId="Web-{7D29D9B3-848B-35B5-561B-F2AF843EAD5B}" dt="2026-04-05T19:24:19.939" v="13"/>
          <pc:sldLayoutMkLst>
            <pc:docMk/>
            <pc:sldMasterMk cId="1565997606" sldId="2147483696"/>
            <pc:sldLayoutMk cId="2344087173" sldId="2147483708"/>
          </pc:sldLayoutMkLst>
        </pc:sldLayoutChg>
        <pc:sldLayoutChg chg="add del mod replId">
          <pc:chgData name="Stew Nowak (Student)" userId="S::stew_nowak@mines.edu::6866e9bb-a1b2-421c-ba1b-38d9f0a8286a" providerId="AD" clId="Web-{7D29D9B3-848B-35B5-561B-F2AF843EAD5B}" dt="2026-04-05T19:24:19.939" v="13"/>
          <pc:sldLayoutMkLst>
            <pc:docMk/>
            <pc:sldMasterMk cId="1565997606" sldId="2147483696"/>
            <pc:sldLayoutMk cId="3409929522" sldId="2147483709"/>
          </pc:sldLayoutMkLst>
        </pc:sldLayoutChg>
        <pc:sldLayoutChg chg="add del mod replId">
          <pc:chgData name="Stew Nowak (Student)" userId="S::stew_nowak@mines.edu::6866e9bb-a1b2-421c-ba1b-38d9f0a8286a" providerId="AD" clId="Web-{7D29D9B3-848B-35B5-561B-F2AF843EAD5B}" dt="2026-04-05T19:24:19.939" v="13"/>
          <pc:sldLayoutMkLst>
            <pc:docMk/>
            <pc:sldMasterMk cId="1565997606" sldId="2147483696"/>
            <pc:sldLayoutMk cId="3742185343" sldId="2147483710"/>
          </pc:sldLayoutMkLst>
        </pc:sldLayoutChg>
        <pc:sldLayoutChg chg="add del mod replId">
          <pc:chgData name="Stew Nowak (Student)" userId="S::stew_nowak@mines.edu::6866e9bb-a1b2-421c-ba1b-38d9f0a8286a" providerId="AD" clId="Web-{7D29D9B3-848B-35B5-561B-F2AF843EAD5B}" dt="2026-04-05T19:24:19.939" v="13"/>
          <pc:sldLayoutMkLst>
            <pc:docMk/>
            <pc:sldMasterMk cId="1565997606" sldId="2147483696"/>
            <pc:sldLayoutMk cId="2794915887" sldId="2147483711"/>
          </pc:sldLayoutMkLst>
        </pc:sldLayoutChg>
        <pc:sldLayoutChg chg="add del mod replId">
          <pc:chgData name="Stew Nowak (Student)" userId="S::stew_nowak@mines.edu::6866e9bb-a1b2-421c-ba1b-38d9f0a8286a" providerId="AD" clId="Web-{7D29D9B3-848B-35B5-561B-F2AF843EAD5B}" dt="2026-04-05T19:24:19.939" v="13"/>
          <pc:sldLayoutMkLst>
            <pc:docMk/>
            <pc:sldMasterMk cId="1565997606" sldId="2147483696"/>
            <pc:sldLayoutMk cId="704977392" sldId="2147483712"/>
          </pc:sldLayoutMkLst>
        </pc:sldLayoutChg>
        <pc:sldLayoutChg chg="add del mod replId">
          <pc:chgData name="Stew Nowak (Student)" userId="S::stew_nowak@mines.edu::6866e9bb-a1b2-421c-ba1b-38d9f0a8286a" providerId="AD" clId="Web-{7D29D9B3-848B-35B5-561B-F2AF843EAD5B}" dt="2026-04-05T19:24:19.939" v="13"/>
          <pc:sldLayoutMkLst>
            <pc:docMk/>
            <pc:sldMasterMk cId="1565997606" sldId="2147483696"/>
            <pc:sldLayoutMk cId="3338831019" sldId="2147483713"/>
          </pc:sldLayoutMkLst>
        </pc:sldLayoutChg>
      </pc:sldMasterChg>
      <pc:sldMasterChg chg="add del addSldLayout delSldLayout modSldLayout">
        <pc:chgData name="Stew Nowak (Student)" userId="S::stew_nowak@mines.edu::6866e9bb-a1b2-421c-ba1b-38d9f0a8286a" providerId="AD" clId="Web-{7D29D9B3-848B-35B5-561B-F2AF843EAD5B}" dt="2026-04-05T19:24:25.298" v="14"/>
        <pc:sldMasterMkLst>
          <pc:docMk/>
          <pc:sldMasterMk cId="1434521950" sldId="2147483714"/>
        </pc:sldMasterMkLst>
        <pc:sldLayoutChg chg="add del mod replId">
          <pc:chgData name="Stew Nowak (Student)" userId="S::stew_nowak@mines.edu::6866e9bb-a1b2-421c-ba1b-38d9f0a8286a" providerId="AD" clId="Web-{7D29D9B3-848B-35B5-561B-F2AF843EAD5B}" dt="2026-04-05T19:24:25.298" v="14"/>
          <pc:sldLayoutMkLst>
            <pc:docMk/>
            <pc:sldMasterMk cId="1434521950" sldId="2147483714"/>
            <pc:sldLayoutMk cId="3533088141" sldId="2147483715"/>
          </pc:sldLayoutMkLst>
        </pc:sldLayoutChg>
        <pc:sldLayoutChg chg="add del mod replId">
          <pc:chgData name="Stew Nowak (Student)" userId="S::stew_nowak@mines.edu::6866e9bb-a1b2-421c-ba1b-38d9f0a8286a" providerId="AD" clId="Web-{7D29D9B3-848B-35B5-561B-F2AF843EAD5B}" dt="2026-04-05T19:24:25.298" v="14"/>
          <pc:sldLayoutMkLst>
            <pc:docMk/>
            <pc:sldMasterMk cId="1434521950" sldId="2147483714"/>
            <pc:sldLayoutMk cId="1422186856" sldId="2147483716"/>
          </pc:sldLayoutMkLst>
        </pc:sldLayoutChg>
        <pc:sldLayoutChg chg="add del mod replId">
          <pc:chgData name="Stew Nowak (Student)" userId="S::stew_nowak@mines.edu::6866e9bb-a1b2-421c-ba1b-38d9f0a8286a" providerId="AD" clId="Web-{7D29D9B3-848B-35B5-561B-F2AF843EAD5B}" dt="2026-04-05T19:24:25.298" v="14"/>
          <pc:sldLayoutMkLst>
            <pc:docMk/>
            <pc:sldMasterMk cId="1434521950" sldId="2147483714"/>
            <pc:sldLayoutMk cId="1324586956" sldId="2147483717"/>
          </pc:sldLayoutMkLst>
        </pc:sldLayoutChg>
        <pc:sldLayoutChg chg="add del mod replId">
          <pc:chgData name="Stew Nowak (Student)" userId="S::stew_nowak@mines.edu::6866e9bb-a1b2-421c-ba1b-38d9f0a8286a" providerId="AD" clId="Web-{7D29D9B3-848B-35B5-561B-F2AF843EAD5B}" dt="2026-04-05T19:24:25.298" v="14"/>
          <pc:sldLayoutMkLst>
            <pc:docMk/>
            <pc:sldMasterMk cId="1434521950" sldId="2147483714"/>
            <pc:sldLayoutMk cId="2269238983" sldId="2147483718"/>
          </pc:sldLayoutMkLst>
        </pc:sldLayoutChg>
        <pc:sldLayoutChg chg="add del mod replId">
          <pc:chgData name="Stew Nowak (Student)" userId="S::stew_nowak@mines.edu::6866e9bb-a1b2-421c-ba1b-38d9f0a8286a" providerId="AD" clId="Web-{7D29D9B3-848B-35B5-561B-F2AF843EAD5B}" dt="2026-04-05T19:24:25.298" v="14"/>
          <pc:sldLayoutMkLst>
            <pc:docMk/>
            <pc:sldMasterMk cId="1434521950" sldId="2147483714"/>
            <pc:sldLayoutMk cId="2534157505" sldId="2147483719"/>
          </pc:sldLayoutMkLst>
        </pc:sldLayoutChg>
        <pc:sldLayoutChg chg="add del mod replId">
          <pc:chgData name="Stew Nowak (Student)" userId="S::stew_nowak@mines.edu::6866e9bb-a1b2-421c-ba1b-38d9f0a8286a" providerId="AD" clId="Web-{7D29D9B3-848B-35B5-561B-F2AF843EAD5B}" dt="2026-04-05T19:24:25.298" v="14"/>
          <pc:sldLayoutMkLst>
            <pc:docMk/>
            <pc:sldMasterMk cId="1434521950" sldId="2147483714"/>
            <pc:sldLayoutMk cId="2741184307" sldId="2147483720"/>
          </pc:sldLayoutMkLst>
        </pc:sldLayoutChg>
        <pc:sldLayoutChg chg="add del mod replId">
          <pc:chgData name="Stew Nowak (Student)" userId="S::stew_nowak@mines.edu::6866e9bb-a1b2-421c-ba1b-38d9f0a8286a" providerId="AD" clId="Web-{7D29D9B3-848B-35B5-561B-F2AF843EAD5B}" dt="2026-04-05T19:24:25.298" v="14"/>
          <pc:sldLayoutMkLst>
            <pc:docMk/>
            <pc:sldMasterMk cId="1434521950" sldId="2147483714"/>
            <pc:sldLayoutMk cId="2527232604" sldId="2147483721"/>
          </pc:sldLayoutMkLst>
        </pc:sldLayoutChg>
        <pc:sldLayoutChg chg="add del mod replId">
          <pc:chgData name="Stew Nowak (Student)" userId="S::stew_nowak@mines.edu::6866e9bb-a1b2-421c-ba1b-38d9f0a8286a" providerId="AD" clId="Web-{7D29D9B3-848B-35B5-561B-F2AF843EAD5B}" dt="2026-04-05T19:24:25.298" v="14"/>
          <pc:sldLayoutMkLst>
            <pc:docMk/>
            <pc:sldMasterMk cId="1434521950" sldId="2147483714"/>
            <pc:sldLayoutMk cId="430131236" sldId="2147483722"/>
          </pc:sldLayoutMkLst>
        </pc:sldLayoutChg>
        <pc:sldLayoutChg chg="add del mod replId">
          <pc:chgData name="Stew Nowak (Student)" userId="S::stew_nowak@mines.edu::6866e9bb-a1b2-421c-ba1b-38d9f0a8286a" providerId="AD" clId="Web-{7D29D9B3-848B-35B5-561B-F2AF843EAD5B}" dt="2026-04-05T19:24:25.298" v="14"/>
          <pc:sldLayoutMkLst>
            <pc:docMk/>
            <pc:sldMasterMk cId="1434521950" sldId="2147483714"/>
            <pc:sldLayoutMk cId="4050067428" sldId="2147483723"/>
          </pc:sldLayoutMkLst>
        </pc:sldLayoutChg>
        <pc:sldLayoutChg chg="add del mod replId">
          <pc:chgData name="Stew Nowak (Student)" userId="S::stew_nowak@mines.edu::6866e9bb-a1b2-421c-ba1b-38d9f0a8286a" providerId="AD" clId="Web-{7D29D9B3-848B-35B5-561B-F2AF843EAD5B}" dt="2026-04-05T19:24:25.298" v="14"/>
          <pc:sldLayoutMkLst>
            <pc:docMk/>
            <pc:sldMasterMk cId="1434521950" sldId="2147483714"/>
            <pc:sldLayoutMk cId="1966722757" sldId="2147483724"/>
          </pc:sldLayoutMkLst>
        </pc:sldLayoutChg>
        <pc:sldLayoutChg chg="add del mod replId">
          <pc:chgData name="Stew Nowak (Student)" userId="S::stew_nowak@mines.edu::6866e9bb-a1b2-421c-ba1b-38d9f0a8286a" providerId="AD" clId="Web-{7D29D9B3-848B-35B5-561B-F2AF843EAD5B}" dt="2026-04-05T19:24:25.298" v="14"/>
          <pc:sldLayoutMkLst>
            <pc:docMk/>
            <pc:sldMasterMk cId="1434521950" sldId="2147483714"/>
            <pc:sldLayoutMk cId="883328762" sldId="2147483725"/>
          </pc:sldLayoutMkLst>
        </pc:sldLayoutChg>
        <pc:sldLayoutChg chg="add del mod replId">
          <pc:chgData name="Stew Nowak (Student)" userId="S::stew_nowak@mines.edu::6866e9bb-a1b2-421c-ba1b-38d9f0a8286a" providerId="AD" clId="Web-{7D29D9B3-848B-35B5-561B-F2AF843EAD5B}" dt="2026-04-05T19:24:25.298" v="14"/>
          <pc:sldLayoutMkLst>
            <pc:docMk/>
            <pc:sldMasterMk cId="1434521950" sldId="2147483714"/>
            <pc:sldLayoutMk cId="1546425277" sldId="2147483726"/>
          </pc:sldLayoutMkLst>
        </pc:sldLayoutChg>
        <pc:sldLayoutChg chg="add del mod replId">
          <pc:chgData name="Stew Nowak (Student)" userId="S::stew_nowak@mines.edu::6866e9bb-a1b2-421c-ba1b-38d9f0a8286a" providerId="AD" clId="Web-{7D29D9B3-848B-35B5-561B-F2AF843EAD5B}" dt="2026-04-05T19:24:25.298" v="14"/>
          <pc:sldLayoutMkLst>
            <pc:docMk/>
            <pc:sldMasterMk cId="1434521950" sldId="2147483714"/>
            <pc:sldLayoutMk cId="378976133" sldId="2147483727"/>
          </pc:sldLayoutMkLst>
        </pc:sldLayoutChg>
        <pc:sldLayoutChg chg="add del mod replId">
          <pc:chgData name="Stew Nowak (Student)" userId="S::stew_nowak@mines.edu::6866e9bb-a1b2-421c-ba1b-38d9f0a8286a" providerId="AD" clId="Web-{7D29D9B3-848B-35B5-561B-F2AF843EAD5B}" dt="2026-04-05T19:24:25.298" v="14"/>
          <pc:sldLayoutMkLst>
            <pc:docMk/>
            <pc:sldMasterMk cId="1434521950" sldId="2147483714"/>
            <pc:sldLayoutMk cId="4157628210" sldId="2147483728"/>
          </pc:sldLayoutMkLst>
        </pc:sldLayoutChg>
        <pc:sldLayoutChg chg="add del mod replId">
          <pc:chgData name="Stew Nowak (Student)" userId="S::stew_nowak@mines.edu::6866e9bb-a1b2-421c-ba1b-38d9f0a8286a" providerId="AD" clId="Web-{7D29D9B3-848B-35B5-561B-F2AF843EAD5B}" dt="2026-04-05T19:24:25.298" v="14"/>
          <pc:sldLayoutMkLst>
            <pc:docMk/>
            <pc:sldMasterMk cId="1434521950" sldId="2147483714"/>
            <pc:sldLayoutMk cId="13844250" sldId="2147483729"/>
          </pc:sldLayoutMkLst>
        </pc:sldLayoutChg>
        <pc:sldLayoutChg chg="add del mod replId">
          <pc:chgData name="Stew Nowak (Student)" userId="S::stew_nowak@mines.edu::6866e9bb-a1b2-421c-ba1b-38d9f0a8286a" providerId="AD" clId="Web-{7D29D9B3-848B-35B5-561B-F2AF843EAD5B}" dt="2026-04-05T19:24:25.298" v="14"/>
          <pc:sldLayoutMkLst>
            <pc:docMk/>
            <pc:sldMasterMk cId="1434521950" sldId="2147483714"/>
            <pc:sldLayoutMk cId="3998477967" sldId="2147483730"/>
          </pc:sldLayoutMkLst>
        </pc:sldLayoutChg>
        <pc:sldLayoutChg chg="add del mod replId">
          <pc:chgData name="Stew Nowak (Student)" userId="S::stew_nowak@mines.edu::6866e9bb-a1b2-421c-ba1b-38d9f0a8286a" providerId="AD" clId="Web-{7D29D9B3-848B-35B5-561B-F2AF843EAD5B}" dt="2026-04-05T19:24:25.298" v="14"/>
          <pc:sldLayoutMkLst>
            <pc:docMk/>
            <pc:sldMasterMk cId="1434521950" sldId="2147483714"/>
            <pc:sldLayoutMk cId="2328277340" sldId="2147483731"/>
          </pc:sldLayoutMkLst>
        </pc:sldLayoutChg>
      </pc:sldMasterChg>
      <pc:sldMasterChg chg="add addSldLayout modSldLayout">
        <pc:chgData name="Stew Nowak (Student)" userId="S::stew_nowak@mines.edu::6866e9bb-a1b2-421c-ba1b-38d9f0a8286a" providerId="AD" clId="Web-{7D29D9B3-848B-35B5-561B-F2AF843EAD5B}" dt="2026-04-05T19:24:25.298" v="14"/>
        <pc:sldMasterMkLst>
          <pc:docMk/>
          <pc:sldMasterMk cId="1460101791" sldId="2147483732"/>
        </pc:sldMasterMkLst>
        <pc:sldLayoutChg chg="add mod replId">
          <pc:chgData name="Stew Nowak (Student)" userId="S::stew_nowak@mines.edu::6866e9bb-a1b2-421c-ba1b-38d9f0a8286a" providerId="AD" clId="Web-{7D29D9B3-848B-35B5-561B-F2AF843EAD5B}" dt="2026-04-05T19:24:25.298" v="14"/>
          <pc:sldLayoutMkLst>
            <pc:docMk/>
            <pc:sldMasterMk cId="1460101791" sldId="2147483732"/>
            <pc:sldLayoutMk cId="3580127133" sldId="2147483733"/>
          </pc:sldLayoutMkLst>
        </pc:sldLayoutChg>
        <pc:sldLayoutChg chg="add mod replId">
          <pc:chgData name="Stew Nowak (Student)" userId="S::stew_nowak@mines.edu::6866e9bb-a1b2-421c-ba1b-38d9f0a8286a" providerId="AD" clId="Web-{7D29D9B3-848B-35B5-561B-F2AF843EAD5B}" dt="2026-04-05T19:24:25.298" v="14"/>
          <pc:sldLayoutMkLst>
            <pc:docMk/>
            <pc:sldMasterMk cId="1460101791" sldId="2147483732"/>
            <pc:sldLayoutMk cId="3073567099" sldId="2147483734"/>
          </pc:sldLayoutMkLst>
        </pc:sldLayoutChg>
        <pc:sldLayoutChg chg="add mod replId">
          <pc:chgData name="Stew Nowak (Student)" userId="S::stew_nowak@mines.edu::6866e9bb-a1b2-421c-ba1b-38d9f0a8286a" providerId="AD" clId="Web-{7D29D9B3-848B-35B5-561B-F2AF843EAD5B}" dt="2026-04-05T19:24:25.298" v="14"/>
          <pc:sldLayoutMkLst>
            <pc:docMk/>
            <pc:sldMasterMk cId="1460101791" sldId="2147483732"/>
            <pc:sldLayoutMk cId="560598693" sldId="2147483735"/>
          </pc:sldLayoutMkLst>
        </pc:sldLayoutChg>
        <pc:sldLayoutChg chg="add mod replId">
          <pc:chgData name="Stew Nowak (Student)" userId="S::stew_nowak@mines.edu::6866e9bb-a1b2-421c-ba1b-38d9f0a8286a" providerId="AD" clId="Web-{7D29D9B3-848B-35B5-561B-F2AF843EAD5B}" dt="2026-04-05T19:24:25.298" v="14"/>
          <pc:sldLayoutMkLst>
            <pc:docMk/>
            <pc:sldMasterMk cId="1460101791" sldId="2147483732"/>
            <pc:sldLayoutMk cId="1656498565" sldId="2147483736"/>
          </pc:sldLayoutMkLst>
        </pc:sldLayoutChg>
        <pc:sldLayoutChg chg="add mod replId">
          <pc:chgData name="Stew Nowak (Student)" userId="S::stew_nowak@mines.edu::6866e9bb-a1b2-421c-ba1b-38d9f0a8286a" providerId="AD" clId="Web-{7D29D9B3-848B-35B5-561B-F2AF843EAD5B}" dt="2026-04-05T19:24:25.298" v="14"/>
          <pc:sldLayoutMkLst>
            <pc:docMk/>
            <pc:sldMasterMk cId="1460101791" sldId="2147483732"/>
            <pc:sldLayoutMk cId="47190340" sldId="2147483737"/>
          </pc:sldLayoutMkLst>
        </pc:sldLayoutChg>
        <pc:sldLayoutChg chg="add mod replId">
          <pc:chgData name="Stew Nowak (Student)" userId="S::stew_nowak@mines.edu::6866e9bb-a1b2-421c-ba1b-38d9f0a8286a" providerId="AD" clId="Web-{7D29D9B3-848B-35B5-561B-F2AF843EAD5B}" dt="2026-04-05T19:24:25.298" v="14"/>
          <pc:sldLayoutMkLst>
            <pc:docMk/>
            <pc:sldMasterMk cId="1460101791" sldId="2147483732"/>
            <pc:sldLayoutMk cId="1991339314" sldId="2147483738"/>
          </pc:sldLayoutMkLst>
        </pc:sldLayoutChg>
        <pc:sldLayoutChg chg="add mod replId">
          <pc:chgData name="Stew Nowak (Student)" userId="S::stew_nowak@mines.edu::6866e9bb-a1b2-421c-ba1b-38d9f0a8286a" providerId="AD" clId="Web-{7D29D9B3-848B-35B5-561B-F2AF843EAD5B}" dt="2026-04-05T19:24:25.298" v="14"/>
          <pc:sldLayoutMkLst>
            <pc:docMk/>
            <pc:sldMasterMk cId="1460101791" sldId="2147483732"/>
            <pc:sldLayoutMk cId="2576843006" sldId="2147483739"/>
          </pc:sldLayoutMkLst>
        </pc:sldLayoutChg>
        <pc:sldLayoutChg chg="add mod replId">
          <pc:chgData name="Stew Nowak (Student)" userId="S::stew_nowak@mines.edu::6866e9bb-a1b2-421c-ba1b-38d9f0a8286a" providerId="AD" clId="Web-{7D29D9B3-848B-35B5-561B-F2AF843EAD5B}" dt="2026-04-05T19:24:25.298" v="14"/>
          <pc:sldLayoutMkLst>
            <pc:docMk/>
            <pc:sldMasterMk cId="1460101791" sldId="2147483732"/>
            <pc:sldLayoutMk cId="2095937222" sldId="2147483740"/>
          </pc:sldLayoutMkLst>
        </pc:sldLayoutChg>
        <pc:sldLayoutChg chg="add mod replId">
          <pc:chgData name="Stew Nowak (Student)" userId="S::stew_nowak@mines.edu::6866e9bb-a1b2-421c-ba1b-38d9f0a8286a" providerId="AD" clId="Web-{7D29D9B3-848B-35B5-561B-F2AF843EAD5B}" dt="2026-04-05T19:24:25.298" v="14"/>
          <pc:sldLayoutMkLst>
            <pc:docMk/>
            <pc:sldMasterMk cId="1460101791" sldId="2147483732"/>
            <pc:sldLayoutMk cId="1993384437" sldId="2147483741"/>
          </pc:sldLayoutMkLst>
        </pc:sldLayoutChg>
        <pc:sldLayoutChg chg="add mod replId">
          <pc:chgData name="Stew Nowak (Student)" userId="S::stew_nowak@mines.edu::6866e9bb-a1b2-421c-ba1b-38d9f0a8286a" providerId="AD" clId="Web-{7D29D9B3-848B-35B5-561B-F2AF843EAD5B}" dt="2026-04-05T19:24:25.298" v="14"/>
          <pc:sldLayoutMkLst>
            <pc:docMk/>
            <pc:sldMasterMk cId="1460101791" sldId="2147483732"/>
            <pc:sldLayoutMk cId="3522741173" sldId="2147483742"/>
          </pc:sldLayoutMkLst>
        </pc:sldLayoutChg>
        <pc:sldLayoutChg chg="add mod replId">
          <pc:chgData name="Stew Nowak (Student)" userId="S::stew_nowak@mines.edu::6866e9bb-a1b2-421c-ba1b-38d9f0a8286a" providerId="AD" clId="Web-{7D29D9B3-848B-35B5-561B-F2AF843EAD5B}" dt="2026-04-05T19:24:25.298" v="14"/>
          <pc:sldLayoutMkLst>
            <pc:docMk/>
            <pc:sldMasterMk cId="1460101791" sldId="2147483732"/>
            <pc:sldLayoutMk cId="1941291254" sldId="2147483743"/>
          </pc:sldLayoutMkLst>
        </pc:sldLayoutChg>
        <pc:sldLayoutChg chg="add mod replId">
          <pc:chgData name="Stew Nowak (Student)" userId="S::stew_nowak@mines.edu::6866e9bb-a1b2-421c-ba1b-38d9f0a8286a" providerId="AD" clId="Web-{7D29D9B3-848B-35B5-561B-F2AF843EAD5B}" dt="2026-04-05T19:24:25.298" v="14"/>
          <pc:sldLayoutMkLst>
            <pc:docMk/>
            <pc:sldMasterMk cId="1460101791" sldId="2147483732"/>
            <pc:sldLayoutMk cId="2607671931" sldId="2147483744"/>
          </pc:sldLayoutMkLst>
        </pc:sldLayoutChg>
        <pc:sldLayoutChg chg="add mod replId">
          <pc:chgData name="Stew Nowak (Student)" userId="S::stew_nowak@mines.edu::6866e9bb-a1b2-421c-ba1b-38d9f0a8286a" providerId="AD" clId="Web-{7D29D9B3-848B-35B5-561B-F2AF843EAD5B}" dt="2026-04-05T19:24:25.298" v="14"/>
          <pc:sldLayoutMkLst>
            <pc:docMk/>
            <pc:sldMasterMk cId="1460101791" sldId="2147483732"/>
            <pc:sldLayoutMk cId="2415629285" sldId="2147483745"/>
          </pc:sldLayoutMkLst>
        </pc:sldLayoutChg>
        <pc:sldLayoutChg chg="add mod replId">
          <pc:chgData name="Stew Nowak (Student)" userId="S::stew_nowak@mines.edu::6866e9bb-a1b2-421c-ba1b-38d9f0a8286a" providerId="AD" clId="Web-{7D29D9B3-848B-35B5-561B-F2AF843EAD5B}" dt="2026-04-05T19:24:25.298" v="14"/>
          <pc:sldLayoutMkLst>
            <pc:docMk/>
            <pc:sldMasterMk cId="1460101791" sldId="2147483732"/>
            <pc:sldLayoutMk cId="3957585100" sldId="2147483746"/>
          </pc:sldLayoutMkLst>
        </pc:sldLayoutChg>
        <pc:sldLayoutChg chg="add mod replId">
          <pc:chgData name="Stew Nowak (Student)" userId="S::stew_nowak@mines.edu::6866e9bb-a1b2-421c-ba1b-38d9f0a8286a" providerId="AD" clId="Web-{7D29D9B3-848B-35B5-561B-F2AF843EAD5B}" dt="2026-04-05T19:24:25.298" v="14"/>
          <pc:sldLayoutMkLst>
            <pc:docMk/>
            <pc:sldMasterMk cId="1460101791" sldId="2147483732"/>
            <pc:sldLayoutMk cId="2134997180" sldId="2147483747"/>
          </pc:sldLayoutMkLst>
        </pc:sldLayoutChg>
        <pc:sldLayoutChg chg="add mod replId">
          <pc:chgData name="Stew Nowak (Student)" userId="S::stew_nowak@mines.edu::6866e9bb-a1b2-421c-ba1b-38d9f0a8286a" providerId="AD" clId="Web-{7D29D9B3-848B-35B5-561B-F2AF843EAD5B}" dt="2026-04-05T19:24:25.298" v="14"/>
          <pc:sldLayoutMkLst>
            <pc:docMk/>
            <pc:sldMasterMk cId="1460101791" sldId="2147483732"/>
            <pc:sldLayoutMk cId="4227329419" sldId="2147483748"/>
          </pc:sldLayoutMkLst>
        </pc:sldLayoutChg>
        <pc:sldLayoutChg chg="add mod replId">
          <pc:chgData name="Stew Nowak (Student)" userId="S::stew_nowak@mines.edu::6866e9bb-a1b2-421c-ba1b-38d9f0a8286a" providerId="AD" clId="Web-{7D29D9B3-848B-35B5-561B-F2AF843EAD5B}" dt="2026-04-05T19:24:25.298" v="14"/>
          <pc:sldLayoutMkLst>
            <pc:docMk/>
            <pc:sldMasterMk cId="1460101791" sldId="2147483732"/>
            <pc:sldLayoutMk cId="250088341" sldId="2147483749"/>
          </pc:sldLayoutMkLst>
        </pc:sldLayoutChg>
      </pc:sldMasterChg>
      <pc:sldMasterChg chg="add del addSldLayout delSldLayout">
        <pc:chgData name="Stew Nowak (Student)" userId="S::stew_nowak@mines.edu::6866e9bb-a1b2-421c-ba1b-38d9f0a8286a" providerId="AD" clId="Web-{7D29D9B3-848B-35B5-561B-F2AF843EAD5B}" dt="2026-04-05T18:59:58.426" v="3"/>
        <pc:sldMasterMkLst>
          <pc:docMk/>
          <pc:sldMasterMk cId="3984533475" sldId="2147483747"/>
        </pc:sldMasterMkLst>
        <pc:sldLayoutChg chg="add del">
          <pc:chgData name="Stew Nowak (Student)" userId="S::stew_nowak@mines.edu::6866e9bb-a1b2-421c-ba1b-38d9f0a8286a" providerId="AD" clId="Web-{7D29D9B3-848B-35B5-561B-F2AF843EAD5B}" dt="2026-04-05T18:59:58.426" v="3"/>
          <pc:sldLayoutMkLst>
            <pc:docMk/>
            <pc:sldMasterMk cId="3984533475" sldId="2147483747"/>
            <pc:sldLayoutMk cId="2915804243" sldId="2147483736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8:59:58.426" v="3"/>
          <pc:sldLayoutMkLst>
            <pc:docMk/>
            <pc:sldMasterMk cId="3984533475" sldId="2147483747"/>
            <pc:sldLayoutMk cId="2184872837" sldId="2147483737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8:59:58.426" v="3"/>
          <pc:sldLayoutMkLst>
            <pc:docMk/>
            <pc:sldMasterMk cId="3984533475" sldId="2147483747"/>
            <pc:sldLayoutMk cId="2531784128" sldId="2147483738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8:59:58.426" v="3"/>
          <pc:sldLayoutMkLst>
            <pc:docMk/>
            <pc:sldMasterMk cId="3984533475" sldId="2147483747"/>
            <pc:sldLayoutMk cId="847669878" sldId="2147483739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8:59:58.426" v="3"/>
          <pc:sldLayoutMkLst>
            <pc:docMk/>
            <pc:sldMasterMk cId="3984533475" sldId="2147483747"/>
            <pc:sldLayoutMk cId="2942891484" sldId="2147483740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8:59:58.426" v="3"/>
          <pc:sldLayoutMkLst>
            <pc:docMk/>
            <pc:sldMasterMk cId="3984533475" sldId="2147483747"/>
            <pc:sldLayoutMk cId="1866945399" sldId="2147483741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8:59:58.426" v="3"/>
          <pc:sldLayoutMkLst>
            <pc:docMk/>
            <pc:sldMasterMk cId="3984533475" sldId="2147483747"/>
            <pc:sldLayoutMk cId="3625652070" sldId="2147483742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8:59:58.426" v="3"/>
          <pc:sldLayoutMkLst>
            <pc:docMk/>
            <pc:sldMasterMk cId="3984533475" sldId="2147483747"/>
            <pc:sldLayoutMk cId="47671555" sldId="2147483743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8:59:58.426" v="3"/>
          <pc:sldLayoutMkLst>
            <pc:docMk/>
            <pc:sldMasterMk cId="3984533475" sldId="2147483747"/>
            <pc:sldLayoutMk cId="1055430998" sldId="2147483744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8:59:58.426" v="3"/>
          <pc:sldLayoutMkLst>
            <pc:docMk/>
            <pc:sldMasterMk cId="3984533475" sldId="2147483747"/>
            <pc:sldLayoutMk cId="2158137024" sldId="2147483745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8:59:58.426" v="3"/>
          <pc:sldLayoutMkLst>
            <pc:docMk/>
            <pc:sldMasterMk cId="3984533475" sldId="2147483747"/>
            <pc:sldLayoutMk cId="1522608382" sldId="2147483746"/>
          </pc:sldLayoutMkLst>
        </pc:sldLayoutChg>
      </pc:sldMasterChg>
      <pc:sldMasterChg chg="add del addSldLayout delSldLayout">
        <pc:chgData name="Stew Nowak (Student)" userId="S::stew_nowak@mines.edu::6866e9bb-a1b2-421c-ba1b-38d9f0a8286a" providerId="AD" clId="Web-{7D29D9B3-848B-35B5-561B-F2AF843EAD5B}" dt="2026-04-05T19:00:47.553" v="5"/>
        <pc:sldMasterMkLst>
          <pc:docMk/>
          <pc:sldMasterMk cId="231227708" sldId="2147483760"/>
        </pc:sldMasterMkLst>
        <pc:sldLayoutChg chg="add del">
          <pc:chgData name="Stew Nowak (Student)" userId="S::stew_nowak@mines.edu::6866e9bb-a1b2-421c-ba1b-38d9f0a8286a" providerId="AD" clId="Web-{7D29D9B3-848B-35B5-561B-F2AF843EAD5B}" dt="2026-04-05T19:00:47.553" v="5"/>
          <pc:sldLayoutMkLst>
            <pc:docMk/>
            <pc:sldMasterMk cId="231227708" sldId="2147483760"/>
            <pc:sldLayoutMk cId="1370597657" sldId="2147483749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9:00:47.553" v="5"/>
          <pc:sldLayoutMkLst>
            <pc:docMk/>
            <pc:sldMasterMk cId="231227708" sldId="2147483760"/>
            <pc:sldLayoutMk cId="682781635" sldId="2147483750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9:00:47.553" v="5"/>
          <pc:sldLayoutMkLst>
            <pc:docMk/>
            <pc:sldMasterMk cId="231227708" sldId="2147483760"/>
            <pc:sldLayoutMk cId="2295812017" sldId="2147483751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9:00:47.553" v="5"/>
          <pc:sldLayoutMkLst>
            <pc:docMk/>
            <pc:sldMasterMk cId="231227708" sldId="2147483760"/>
            <pc:sldLayoutMk cId="1970456588" sldId="2147483752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9:00:47.553" v="5"/>
          <pc:sldLayoutMkLst>
            <pc:docMk/>
            <pc:sldMasterMk cId="231227708" sldId="2147483760"/>
            <pc:sldLayoutMk cId="2742711825" sldId="2147483753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9:00:47.553" v="5"/>
          <pc:sldLayoutMkLst>
            <pc:docMk/>
            <pc:sldMasterMk cId="231227708" sldId="2147483760"/>
            <pc:sldLayoutMk cId="1046555001" sldId="2147483754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9:00:47.553" v="5"/>
          <pc:sldLayoutMkLst>
            <pc:docMk/>
            <pc:sldMasterMk cId="231227708" sldId="2147483760"/>
            <pc:sldLayoutMk cId="2856050132" sldId="2147483755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9:00:47.553" v="5"/>
          <pc:sldLayoutMkLst>
            <pc:docMk/>
            <pc:sldMasterMk cId="231227708" sldId="2147483760"/>
            <pc:sldLayoutMk cId="383331184" sldId="2147483756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9:00:47.553" v="5"/>
          <pc:sldLayoutMkLst>
            <pc:docMk/>
            <pc:sldMasterMk cId="231227708" sldId="2147483760"/>
            <pc:sldLayoutMk cId="3053108849" sldId="2147483757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9:00:47.553" v="5"/>
          <pc:sldLayoutMkLst>
            <pc:docMk/>
            <pc:sldMasterMk cId="231227708" sldId="2147483760"/>
            <pc:sldLayoutMk cId="2516673398" sldId="2147483758"/>
          </pc:sldLayoutMkLst>
        </pc:sldLayoutChg>
        <pc:sldLayoutChg chg="add del">
          <pc:chgData name="Stew Nowak (Student)" userId="S::stew_nowak@mines.edu::6866e9bb-a1b2-421c-ba1b-38d9f0a8286a" providerId="AD" clId="Web-{7D29D9B3-848B-35B5-561B-F2AF843EAD5B}" dt="2026-04-05T19:00:47.553" v="5"/>
          <pc:sldLayoutMkLst>
            <pc:docMk/>
            <pc:sldMasterMk cId="231227708" sldId="2147483760"/>
            <pc:sldLayoutMk cId="2810351633" sldId="2147483759"/>
          </pc:sldLayoutMkLst>
        </pc:sldLayoutChg>
      </pc:sldMasterChg>
    </pc:docChg>
  </pc:docChgLst>
  <pc:docChgLst>
    <pc:chgData name="Stew Nowak (Student)" userId="S::stew_nowak@mines.edu::6866e9bb-a1b2-421c-ba1b-38d9f0a8286a" providerId="AD" clId="Web-{4A569403-EA2D-FD24-6438-F9BFD0808F0C}"/>
    <pc:docChg chg="addSld delSld modSld">
      <pc:chgData name="Stew Nowak (Student)" userId="S::stew_nowak@mines.edu::6866e9bb-a1b2-421c-ba1b-38d9f0a8286a" providerId="AD" clId="Web-{4A569403-EA2D-FD24-6438-F9BFD0808F0C}" dt="2026-04-06T16:29:34.379" v="2187" actId="20577"/>
      <pc:docMkLst>
        <pc:docMk/>
      </pc:docMkLst>
      <pc:sldChg chg="addSp delSp modSp mod setBg">
        <pc:chgData name="Stew Nowak (Student)" userId="S::stew_nowak@mines.edu::6866e9bb-a1b2-421c-ba1b-38d9f0a8286a" providerId="AD" clId="Web-{4A569403-EA2D-FD24-6438-F9BFD0808F0C}" dt="2026-04-06T02:47:11.619" v="1496" actId="20577"/>
        <pc:sldMkLst>
          <pc:docMk/>
          <pc:sldMk cId="4198597811" sldId="258"/>
        </pc:sldMkLst>
        <pc:spChg chg="mod">
          <ac:chgData name="Stew Nowak (Student)" userId="S::stew_nowak@mines.edu::6866e9bb-a1b2-421c-ba1b-38d9f0a8286a" providerId="AD" clId="Web-{4A569403-EA2D-FD24-6438-F9BFD0808F0C}" dt="2026-04-06T02:26:35.133" v="1271"/>
          <ac:spMkLst>
            <pc:docMk/>
            <pc:sldMk cId="4198597811" sldId="258"/>
            <ac:spMk id="2" creationId="{F937F1F2-8A77-8767-96C2-821635CE77D6}"/>
          </ac:spMkLst>
        </pc:spChg>
        <pc:spChg chg="mod ord">
          <ac:chgData name="Stew Nowak (Student)" userId="S::stew_nowak@mines.edu::6866e9bb-a1b2-421c-ba1b-38d9f0a8286a" providerId="AD" clId="Web-{4A569403-EA2D-FD24-6438-F9BFD0808F0C}" dt="2026-04-06T02:47:11.619" v="1496" actId="20577"/>
          <ac:spMkLst>
            <pc:docMk/>
            <pc:sldMk cId="4198597811" sldId="258"/>
            <ac:spMk id="3" creationId="{06850817-60E7-290E-A1DD-310252983339}"/>
          </ac:spMkLst>
        </pc:spChg>
        <pc:spChg chg="add mod">
          <ac:chgData name="Stew Nowak (Student)" userId="S::stew_nowak@mines.edu::6866e9bb-a1b2-421c-ba1b-38d9f0a8286a" providerId="AD" clId="Web-{4A569403-EA2D-FD24-6438-F9BFD0808F0C}" dt="2026-04-06T02:28:08.196" v="1294" actId="1076"/>
          <ac:spMkLst>
            <pc:docMk/>
            <pc:sldMk cId="4198597811" sldId="258"/>
            <ac:spMk id="6" creationId="{FCFDD0EC-262C-97CB-D54E-838FA8F93D7D}"/>
          </ac:spMkLst>
        </pc:spChg>
        <pc:spChg chg="add del">
          <ac:chgData name="Stew Nowak (Student)" userId="S::stew_nowak@mines.edu::6866e9bb-a1b2-421c-ba1b-38d9f0a8286a" providerId="AD" clId="Web-{4A569403-EA2D-FD24-6438-F9BFD0808F0C}" dt="2026-04-06T02:26:25.305" v="1268"/>
          <ac:spMkLst>
            <pc:docMk/>
            <pc:sldMk cId="4198597811" sldId="258"/>
            <ac:spMk id="17" creationId="{249D5706-E8D1-4AF2-B66A-3A78BE1E3D24}"/>
          </ac:spMkLst>
        </pc:spChg>
        <pc:grpChg chg="add del">
          <ac:chgData name="Stew Nowak (Student)" userId="S::stew_nowak@mines.edu::6866e9bb-a1b2-421c-ba1b-38d9f0a8286a" providerId="AD" clId="Web-{4A569403-EA2D-FD24-6438-F9BFD0808F0C}" dt="2026-04-06T02:26:25.305" v="1268"/>
          <ac:grpSpMkLst>
            <pc:docMk/>
            <pc:sldMk cId="4198597811" sldId="258"/>
            <ac:grpSpMk id="10" creationId="{58F6C8D0-A995-45FF-B149-BDE2869A268C}"/>
          </ac:grpSpMkLst>
        </pc:grpChg>
        <pc:picChg chg="add mod ord">
          <ac:chgData name="Stew Nowak (Student)" userId="S::stew_nowak@mines.edu::6866e9bb-a1b2-421c-ba1b-38d9f0a8286a" providerId="AD" clId="Web-{4A569403-EA2D-FD24-6438-F9BFD0808F0C}" dt="2026-04-06T02:26:56.477" v="1276" actId="1076"/>
          <ac:picMkLst>
            <pc:docMk/>
            <pc:sldMk cId="4198597811" sldId="258"/>
            <ac:picMk id="4" creationId="{C5530EE2-F013-E0D6-3A77-EF6B4F7FF0AE}"/>
          </ac:picMkLst>
        </pc:picChg>
        <pc:picChg chg="add mod">
          <ac:chgData name="Stew Nowak (Student)" userId="S::stew_nowak@mines.edu::6866e9bb-a1b2-421c-ba1b-38d9f0a8286a" providerId="AD" clId="Web-{4A569403-EA2D-FD24-6438-F9BFD0808F0C}" dt="2026-04-06T02:26:50.086" v="1274" actId="1076"/>
          <ac:picMkLst>
            <pc:docMk/>
            <pc:sldMk cId="4198597811" sldId="258"/>
            <ac:picMk id="5" creationId="{8DCEBAE2-C0F5-3159-FEA4-EF9059B1A79C}"/>
          </ac:picMkLst>
        </pc:picChg>
      </pc:sldChg>
      <pc:sldChg chg="addSp delSp modSp mod setBg">
        <pc:chgData name="Stew Nowak (Student)" userId="S::stew_nowak@mines.edu::6866e9bb-a1b2-421c-ba1b-38d9f0a8286a" providerId="AD" clId="Web-{4A569403-EA2D-FD24-6438-F9BFD0808F0C}" dt="2026-04-06T02:31:22.508" v="1329" actId="1076"/>
        <pc:sldMkLst>
          <pc:docMk/>
          <pc:sldMk cId="601859229" sldId="259"/>
        </pc:sldMkLst>
        <pc:spChg chg="mod">
          <ac:chgData name="Stew Nowak (Student)" userId="S::stew_nowak@mines.edu::6866e9bb-a1b2-421c-ba1b-38d9f0a8286a" providerId="AD" clId="Web-{4A569403-EA2D-FD24-6438-F9BFD0808F0C}" dt="2026-04-06T02:29:07.977" v="1302"/>
          <ac:spMkLst>
            <pc:docMk/>
            <pc:sldMk cId="601859229" sldId="259"/>
            <ac:spMk id="2" creationId="{F5DED4EE-8A79-4C5F-3B5C-9D9A4C0A0699}"/>
          </ac:spMkLst>
        </pc:spChg>
        <pc:spChg chg="mod">
          <ac:chgData name="Stew Nowak (Student)" userId="S::stew_nowak@mines.edu::6866e9bb-a1b2-421c-ba1b-38d9f0a8286a" providerId="AD" clId="Web-{4A569403-EA2D-FD24-6438-F9BFD0808F0C}" dt="2026-04-06T02:29:07.977" v="1302"/>
          <ac:spMkLst>
            <pc:docMk/>
            <pc:sldMk cId="601859229" sldId="259"/>
            <ac:spMk id="3" creationId="{2588B63C-7882-4C94-A0B4-C751B6569F64}"/>
          </ac:spMkLst>
        </pc:spChg>
        <pc:spChg chg="add del mod">
          <ac:chgData name="Stew Nowak (Student)" userId="S::stew_nowak@mines.edu::6866e9bb-a1b2-421c-ba1b-38d9f0a8286a" providerId="AD" clId="Web-{4A569403-EA2D-FD24-6438-F9BFD0808F0C}" dt="2026-04-06T02:29:30.055" v="1306"/>
          <ac:spMkLst>
            <pc:docMk/>
            <pc:sldMk cId="601859229" sldId="259"/>
            <ac:spMk id="7" creationId="{265FF1B7-4A3F-84A7-7F2C-46D199E8F968}"/>
          </ac:spMkLst>
        </pc:spChg>
        <pc:spChg chg="add mod">
          <ac:chgData name="Stew Nowak (Student)" userId="S::stew_nowak@mines.edu::6866e9bb-a1b2-421c-ba1b-38d9f0a8286a" providerId="AD" clId="Web-{4A569403-EA2D-FD24-6438-F9BFD0808F0C}" dt="2026-04-06T02:30:39.195" v="1323" actId="20577"/>
          <ac:spMkLst>
            <pc:docMk/>
            <pc:sldMk cId="601859229" sldId="259"/>
            <ac:spMk id="8" creationId="{CE3D64D1-1B0A-C9E2-8CE7-1CF42DD738C8}"/>
          </ac:spMkLst>
        </pc:spChg>
        <pc:spChg chg="add mod">
          <ac:chgData name="Stew Nowak (Student)" userId="S::stew_nowak@mines.edu::6866e9bb-a1b2-421c-ba1b-38d9f0a8286a" providerId="AD" clId="Web-{4A569403-EA2D-FD24-6438-F9BFD0808F0C}" dt="2026-04-06T02:31:22.508" v="1329" actId="1076"/>
          <ac:spMkLst>
            <pc:docMk/>
            <pc:sldMk cId="601859229" sldId="259"/>
            <ac:spMk id="9" creationId="{AD184123-51BC-C613-44FC-291A0AE012A1}"/>
          </ac:spMkLst>
        </pc:spChg>
        <pc:spChg chg="add">
          <ac:chgData name="Stew Nowak (Student)" userId="S::stew_nowak@mines.edu::6866e9bb-a1b2-421c-ba1b-38d9f0a8286a" providerId="AD" clId="Web-{4A569403-EA2D-FD24-6438-F9BFD0808F0C}" dt="2026-04-06T02:29:07.977" v="1302"/>
          <ac:spMkLst>
            <pc:docMk/>
            <pc:sldMk cId="601859229" sldId="259"/>
            <ac:spMk id="11" creationId="{3A45274E-51BA-45DB-A1AF-D9D2D3070B1E}"/>
          </ac:spMkLst>
        </pc:spChg>
        <pc:spChg chg="add">
          <ac:chgData name="Stew Nowak (Student)" userId="S::stew_nowak@mines.edu::6866e9bb-a1b2-421c-ba1b-38d9f0a8286a" providerId="AD" clId="Web-{4A569403-EA2D-FD24-6438-F9BFD0808F0C}" dt="2026-04-06T02:29:07.977" v="1302"/>
          <ac:spMkLst>
            <pc:docMk/>
            <pc:sldMk cId="601859229" sldId="259"/>
            <ac:spMk id="21" creationId="{31522963-0F54-4F24-84CB-4C262BF1FC4A}"/>
          </ac:spMkLst>
        </pc:spChg>
        <pc:grpChg chg="add">
          <ac:chgData name="Stew Nowak (Student)" userId="S::stew_nowak@mines.edu::6866e9bb-a1b2-421c-ba1b-38d9f0a8286a" providerId="AD" clId="Web-{4A569403-EA2D-FD24-6438-F9BFD0808F0C}" dt="2026-04-06T02:29:07.977" v="1302"/>
          <ac:grpSpMkLst>
            <pc:docMk/>
            <pc:sldMk cId="601859229" sldId="259"/>
            <ac:grpSpMk id="13" creationId="{F23D49CA-BEDE-4AD1-B156-6E1CD672F563}"/>
          </ac:grpSpMkLst>
        </pc:grpChg>
        <pc:picChg chg="add del mod">
          <ac:chgData name="Stew Nowak (Student)" userId="S::stew_nowak@mines.edu::6866e9bb-a1b2-421c-ba1b-38d9f0a8286a" providerId="AD" clId="Web-{4A569403-EA2D-FD24-6438-F9BFD0808F0C}" dt="2026-04-06T02:28:43.977" v="1299"/>
          <ac:picMkLst>
            <pc:docMk/>
            <pc:sldMk cId="601859229" sldId="259"/>
            <ac:picMk id="4" creationId="{E92D03C7-1780-76A2-8D69-9F2BC0DFF90F}"/>
          </ac:picMkLst>
        </pc:picChg>
        <pc:picChg chg="add mod">
          <ac:chgData name="Stew Nowak (Student)" userId="S::stew_nowak@mines.edu::6866e9bb-a1b2-421c-ba1b-38d9f0a8286a" providerId="AD" clId="Web-{4A569403-EA2D-FD24-6438-F9BFD0808F0C}" dt="2026-04-06T02:29:07.977" v="1302"/>
          <ac:picMkLst>
            <pc:docMk/>
            <pc:sldMk cId="601859229" sldId="259"/>
            <ac:picMk id="5" creationId="{544F97D1-8B8E-553C-1412-67C2F94914AA}"/>
          </ac:picMkLst>
        </pc:picChg>
        <pc:picChg chg="add mod">
          <ac:chgData name="Stew Nowak (Student)" userId="S::stew_nowak@mines.edu::6866e9bb-a1b2-421c-ba1b-38d9f0a8286a" providerId="AD" clId="Web-{4A569403-EA2D-FD24-6438-F9BFD0808F0C}" dt="2026-04-06T02:29:07.977" v="1302"/>
          <ac:picMkLst>
            <pc:docMk/>
            <pc:sldMk cId="601859229" sldId="259"/>
            <ac:picMk id="6" creationId="{669C711B-02F8-2109-D205-4EC3EC0A388B}"/>
          </ac:picMkLst>
        </pc:picChg>
      </pc:sldChg>
      <pc:sldChg chg="addSp modSp mod setBg">
        <pc:chgData name="Stew Nowak (Student)" userId="S::stew_nowak@mines.edu::6866e9bb-a1b2-421c-ba1b-38d9f0a8286a" providerId="AD" clId="Web-{4A569403-EA2D-FD24-6438-F9BFD0808F0C}" dt="2026-04-06T02:48:01.322" v="1497" actId="1076"/>
        <pc:sldMkLst>
          <pc:docMk/>
          <pc:sldMk cId="759049123" sldId="260"/>
        </pc:sldMkLst>
        <pc:spChg chg="mod">
          <ac:chgData name="Stew Nowak (Student)" userId="S::stew_nowak@mines.edu::6866e9bb-a1b2-421c-ba1b-38d9f0a8286a" providerId="AD" clId="Web-{4A569403-EA2D-FD24-6438-F9BFD0808F0C}" dt="2026-04-06T02:35:00.164" v="1366"/>
          <ac:spMkLst>
            <pc:docMk/>
            <pc:sldMk cId="759049123" sldId="260"/>
            <ac:spMk id="2" creationId="{FBD91529-032B-8E3B-FCCE-0A9BBF67C691}"/>
          </ac:spMkLst>
        </pc:spChg>
        <pc:spChg chg="mod ord">
          <ac:chgData name="Stew Nowak (Student)" userId="S::stew_nowak@mines.edu::6866e9bb-a1b2-421c-ba1b-38d9f0a8286a" providerId="AD" clId="Web-{4A569403-EA2D-FD24-6438-F9BFD0808F0C}" dt="2026-04-06T02:36:11.883" v="1382" actId="20577"/>
          <ac:spMkLst>
            <pc:docMk/>
            <pc:sldMk cId="759049123" sldId="260"/>
            <ac:spMk id="3" creationId="{0FBCD01F-9CC2-76B6-44D1-8F7B9E31667C}"/>
          </ac:spMkLst>
        </pc:spChg>
        <pc:spChg chg="add mod">
          <ac:chgData name="Stew Nowak (Student)" userId="S::stew_nowak@mines.edu::6866e9bb-a1b2-421c-ba1b-38d9f0a8286a" providerId="AD" clId="Web-{4A569403-EA2D-FD24-6438-F9BFD0808F0C}" dt="2026-04-06T02:35:15.320" v="1368" actId="1076"/>
          <ac:spMkLst>
            <pc:docMk/>
            <pc:sldMk cId="759049123" sldId="260"/>
            <ac:spMk id="6" creationId="{C88F50E9-8100-BA1D-1424-10AC09645B6A}"/>
          </ac:spMkLst>
        </pc:spChg>
        <pc:spChg chg="add">
          <ac:chgData name="Stew Nowak (Student)" userId="S::stew_nowak@mines.edu::6866e9bb-a1b2-421c-ba1b-38d9f0a8286a" providerId="AD" clId="Web-{4A569403-EA2D-FD24-6438-F9BFD0808F0C}" dt="2026-04-06T02:35:00.164" v="1366"/>
          <ac:spMkLst>
            <pc:docMk/>
            <pc:sldMk cId="759049123" sldId="260"/>
            <ac:spMk id="11" creationId="{82A0276A-1D2A-4BA5-9B7B-546C881A35CF}"/>
          </ac:spMkLst>
        </pc:spChg>
        <pc:spChg chg="add">
          <ac:chgData name="Stew Nowak (Student)" userId="S::stew_nowak@mines.edu::6866e9bb-a1b2-421c-ba1b-38d9f0a8286a" providerId="AD" clId="Web-{4A569403-EA2D-FD24-6438-F9BFD0808F0C}" dt="2026-04-06T02:35:00.164" v="1366"/>
          <ac:spMkLst>
            <pc:docMk/>
            <pc:sldMk cId="759049123" sldId="260"/>
            <ac:spMk id="21" creationId="{203AD603-6673-4624-81E7-505DD5B2A092}"/>
          </ac:spMkLst>
        </pc:spChg>
        <pc:grpChg chg="add">
          <ac:chgData name="Stew Nowak (Student)" userId="S::stew_nowak@mines.edu::6866e9bb-a1b2-421c-ba1b-38d9f0a8286a" providerId="AD" clId="Web-{4A569403-EA2D-FD24-6438-F9BFD0808F0C}" dt="2026-04-06T02:35:00.164" v="1366"/>
          <ac:grpSpMkLst>
            <pc:docMk/>
            <pc:sldMk cId="759049123" sldId="260"/>
            <ac:grpSpMk id="13" creationId="{4E030352-F2E5-4BDA-B3D5-26D043BAF817}"/>
          </ac:grpSpMkLst>
        </pc:grpChg>
        <pc:picChg chg="add mod">
          <ac:chgData name="Stew Nowak (Student)" userId="S::stew_nowak@mines.edu::6866e9bb-a1b2-421c-ba1b-38d9f0a8286a" providerId="AD" clId="Web-{4A569403-EA2D-FD24-6438-F9BFD0808F0C}" dt="2026-04-06T02:48:01.322" v="1497" actId="1076"/>
          <ac:picMkLst>
            <pc:docMk/>
            <pc:sldMk cId="759049123" sldId="260"/>
            <ac:picMk id="4" creationId="{59AB6174-4A75-6885-FE00-00B1D51399C9}"/>
          </ac:picMkLst>
        </pc:picChg>
        <pc:picChg chg="add mod">
          <ac:chgData name="Stew Nowak (Student)" userId="S::stew_nowak@mines.edu::6866e9bb-a1b2-421c-ba1b-38d9f0a8286a" providerId="AD" clId="Web-{4A569403-EA2D-FD24-6438-F9BFD0808F0C}" dt="2026-04-06T02:35:20.211" v="1370" actId="1076"/>
          <ac:picMkLst>
            <pc:docMk/>
            <pc:sldMk cId="759049123" sldId="260"/>
            <ac:picMk id="5" creationId="{A27B49A1-3790-A266-3711-6372BABD26EF}"/>
          </ac:picMkLst>
        </pc:picChg>
      </pc:sldChg>
      <pc:sldChg chg="modSp">
        <pc:chgData name="Stew Nowak (Student)" userId="S::stew_nowak@mines.edu::6866e9bb-a1b2-421c-ba1b-38d9f0a8286a" providerId="AD" clId="Web-{4A569403-EA2D-FD24-6438-F9BFD0808F0C}" dt="2026-04-06T16:29:34.379" v="2187" actId="20577"/>
        <pc:sldMkLst>
          <pc:docMk/>
          <pc:sldMk cId="9527589" sldId="261"/>
        </pc:sldMkLst>
        <pc:spChg chg="mod">
          <ac:chgData name="Stew Nowak (Student)" userId="S::stew_nowak@mines.edu::6866e9bb-a1b2-421c-ba1b-38d9f0a8286a" providerId="AD" clId="Web-{4A569403-EA2D-FD24-6438-F9BFD0808F0C}" dt="2026-04-06T16:29:34.379" v="2187" actId="20577"/>
          <ac:spMkLst>
            <pc:docMk/>
            <pc:sldMk cId="9527589" sldId="261"/>
            <ac:spMk id="3" creationId="{BC2E7CF5-C33D-D221-050C-B34245304638}"/>
          </ac:spMkLst>
        </pc:spChg>
      </pc:sldChg>
      <pc:sldChg chg="modSp">
        <pc:chgData name="Stew Nowak (Student)" userId="S::stew_nowak@mines.edu::6866e9bb-a1b2-421c-ba1b-38d9f0a8286a" providerId="AD" clId="Web-{4A569403-EA2D-FD24-6438-F9BFD0808F0C}" dt="2026-04-06T03:00:57.762" v="1752" actId="20577"/>
        <pc:sldMkLst>
          <pc:docMk/>
          <pc:sldMk cId="1651798298" sldId="262"/>
        </pc:sldMkLst>
        <pc:spChg chg="mod">
          <ac:chgData name="Stew Nowak (Student)" userId="S::stew_nowak@mines.edu::6866e9bb-a1b2-421c-ba1b-38d9f0a8286a" providerId="AD" clId="Web-{4A569403-EA2D-FD24-6438-F9BFD0808F0C}" dt="2026-04-06T03:00:57.762" v="1752" actId="20577"/>
          <ac:spMkLst>
            <pc:docMk/>
            <pc:sldMk cId="1651798298" sldId="262"/>
            <ac:spMk id="3" creationId="{FD9FE39A-C1FA-94E2-C7F4-6197B97954D5}"/>
          </ac:spMkLst>
        </pc:spChg>
      </pc:sldChg>
      <pc:sldChg chg="modSp">
        <pc:chgData name="Stew Nowak (Student)" userId="S::stew_nowak@mines.edu::6866e9bb-a1b2-421c-ba1b-38d9f0a8286a" providerId="AD" clId="Web-{4A569403-EA2D-FD24-6438-F9BFD0808F0C}" dt="2026-04-06T04:54:12.975" v="1895" actId="20577"/>
        <pc:sldMkLst>
          <pc:docMk/>
          <pc:sldMk cId="3513725173" sldId="263"/>
        </pc:sldMkLst>
        <pc:spChg chg="mod">
          <ac:chgData name="Stew Nowak (Student)" userId="S::stew_nowak@mines.edu::6866e9bb-a1b2-421c-ba1b-38d9f0a8286a" providerId="AD" clId="Web-{4A569403-EA2D-FD24-6438-F9BFD0808F0C}" dt="2026-04-06T04:54:12.975" v="1895" actId="20577"/>
          <ac:spMkLst>
            <pc:docMk/>
            <pc:sldMk cId="3513725173" sldId="263"/>
            <ac:spMk id="3" creationId="{3F84E183-130F-1B04-3F67-B1F25F73C888}"/>
          </ac:spMkLst>
        </pc:spChg>
      </pc:sldChg>
      <pc:sldChg chg="modSp">
        <pc:chgData name="Stew Nowak (Student)" userId="S::stew_nowak@mines.edu::6866e9bb-a1b2-421c-ba1b-38d9f0a8286a" providerId="AD" clId="Web-{4A569403-EA2D-FD24-6438-F9BFD0808F0C}" dt="2026-04-06T02:37:32.433" v="1398" actId="20577"/>
        <pc:sldMkLst>
          <pc:docMk/>
          <pc:sldMk cId="7471435" sldId="264"/>
        </pc:sldMkLst>
        <pc:spChg chg="mod">
          <ac:chgData name="Stew Nowak (Student)" userId="S::stew_nowak@mines.edu::6866e9bb-a1b2-421c-ba1b-38d9f0a8286a" providerId="AD" clId="Web-{4A569403-EA2D-FD24-6438-F9BFD0808F0C}" dt="2026-04-06T02:37:32.433" v="1398" actId="20577"/>
          <ac:spMkLst>
            <pc:docMk/>
            <pc:sldMk cId="7471435" sldId="264"/>
            <ac:spMk id="3" creationId="{F2F4F64A-C243-6EEC-F2D4-AC589DAD3E84}"/>
          </ac:spMkLst>
        </pc:spChg>
      </pc:sldChg>
      <pc:sldChg chg="addSp delSp modSp new mod setBg">
        <pc:chgData name="Stew Nowak (Student)" userId="S::stew_nowak@mines.edu::6866e9bb-a1b2-421c-ba1b-38d9f0a8286a" providerId="AD" clId="Web-{4A569403-EA2D-FD24-6438-F9BFD0808F0C}" dt="2026-04-06T04:49:07.469" v="1771" actId="1076"/>
        <pc:sldMkLst>
          <pc:docMk/>
          <pc:sldMk cId="798758229" sldId="265"/>
        </pc:sldMkLst>
        <pc:spChg chg="mod">
          <ac:chgData name="Stew Nowak (Student)" userId="S::stew_nowak@mines.edu::6866e9bb-a1b2-421c-ba1b-38d9f0a8286a" providerId="AD" clId="Web-{4A569403-EA2D-FD24-6438-F9BFD0808F0C}" dt="2026-04-06T02:41:48.510" v="1434"/>
          <ac:spMkLst>
            <pc:docMk/>
            <pc:sldMk cId="798758229" sldId="265"/>
            <ac:spMk id="2" creationId="{EE8D8BFC-3E23-F970-54FF-54F82F99BBCD}"/>
          </ac:spMkLst>
        </pc:spChg>
        <pc:spChg chg="del">
          <ac:chgData name="Stew Nowak (Student)" userId="S::stew_nowak@mines.edu::6866e9bb-a1b2-421c-ba1b-38d9f0a8286a" providerId="AD" clId="Web-{4A569403-EA2D-FD24-6438-F9BFD0808F0C}" dt="2026-04-06T02:41:05.885" v="1423"/>
          <ac:spMkLst>
            <pc:docMk/>
            <pc:sldMk cId="798758229" sldId="265"/>
            <ac:spMk id="3" creationId="{9BF1149F-2802-4509-0F07-99F88D098B57}"/>
          </ac:spMkLst>
        </pc:spChg>
        <pc:spChg chg="add mod">
          <ac:chgData name="Stew Nowak (Student)" userId="S::stew_nowak@mines.edu::6866e9bb-a1b2-421c-ba1b-38d9f0a8286a" providerId="AD" clId="Web-{4A569403-EA2D-FD24-6438-F9BFD0808F0C}" dt="2026-04-06T02:43:14.775" v="1455" actId="14100"/>
          <ac:spMkLst>
            <pc:docMk/>
            <pc:sldMk cId="798758229" sldId="265"/>
            <ac:spMk id="7" creationId="{1B8F09D7-47D4-3116-772B-0F727F6809BF}"/>
          </ac:spMkLst>
        </pc:spChg>
        <pc:spChg chg="add mod">
          <ac:chgData name="Stew Nowak (Student)" userId="S::stew_nowak@mines.edu::6866e9bb-a1b2-421c-ba1b-38d9f0a8286a" providerId="AD" clId="Web-{4A569403-EA2D-FD24-6438-F9BFD0808F0C}" dt="2026-04-06T02:44:23.260" v="1466" actId="14100"/>
          <ac:spMkLst>
            <pc:docMk/>
            <pc:sldMk cId="798758229" sldId="265"/>
            <ac:spMk id="8" creationId="{7FD1AD4F-BA80-80E5-499F-862FF563AA9B}"/>
          </ac:spMkLst>
        </pc:spChg>
        <pc:spChg chg="add del mod">
          <ac:chgData name="Stew Nowak (Student)" userId="S::stew_nowak@mines.edu::6866e9bb-a1b2-421c-ba1b-38d9f0a8286a" providerId="AD" clId="Web-{4A569403-EA2D-FD24-6438-F9BFD0808F0C}" dt="2026-04-06T04:48:10.297" v="1756"/>
          <ac:spMkLst>
            <pc:docMk/>
            <pc:sldMk cId="798758229" sldId="265"/>
            <ac:spMk id="9" creationId="{05121103-6284-C171-CEBF-4DA843701D32}"/>
          </ac:spMkLst>
        </pc:spChg>
        <pc:spChg chg="add mod">
          <ac:chgData name="Stew Nowak (Student)" userId="S::stew_nowak@mines.edu::6866e9bb-a1b2-421c-ba1b-38d9f0a8286a" providerId="AD" clId="Web-{4A569403-EA2D-FD24-6438-F9BFD0808F0C}" dt="2026-04-06T04:49:07.469" v="1771" actId="1076"/>
          <ac:spMkLst>
            <pc:docMk/>
            <pc:sldMk cId="798758229" sldId="265"/>
            <ac:spMk id="10" creationId="{4D42541B-6006-A896-B078-2187D8DC7005}"/>
          </ac:spMkLst>
        </pc:spChg>
        <pc:spChg chg="add">
          <ac:chgData name="Stew Nowak (Student)" userId="S::stew_nowak@mines.edu::6866e9bb-a1b2-421c-ba1b-38d9f0a8286a" providerId="AD" clId="Web-{4A569403-EA2D-FD24-6438-F9BFD0808F0C}" dt="2026-04-06T02:41:48.510" v="1434"/>
          <ac:spMkLst>
            <pc:docMk/>
            <pc:sldMk cId="798758229" sldId="265"/>
            <ac:spMk id="20" creationId="{8B072D99-315F-4D5C-8F95-7855C1245D2B}"/>
          </ac:spMkLst>
        </pc:spChg>
        <pc:spChg chg="add">
          <ac:chgData name="Stew Nowak (Student)" userId="S::stew_nowak@mines.edu::6866e9bb-a1b2-421c-ba1b-38d9f0a8286a" providerId="AD" clId="Web-{4A569403-EA2D-FD24-6438-F9BFD0808F0C}" dt="2026-04-06T02:41:48.510" v="1434"/>
          <ac:spMkLst>
            <pc:docMk/>
            <pc:sldMk cId="798758229" sldId="265"/>
            <ac:spMk id="22" creationId="{2475D3DF-6A4B-4526-811A-DFB0A0811584}"/>
          </ac:spMkLst>
        </pc:spChg>
        <pc:spChg chg="add">
          <ac:chgData name="Stew Nowak (Student)" userId="S::stew_nowak@mines.edu::6866e9bb-a1b2-421c-ba1b-38d9f0a8286a" providerId="AD" clId="Web-{4A569403-EA2D-FD24-6438-F9BFD0808F0C}" dt="2026-04-06T02:41:48.510" v="1434"/>
          <ac:spMkLst>
            <pc:docMk/>
            <pc:sldMk cId="798758229" sldId="265"/>
            <ac:spMk id="24" creationId="{2117BBB2-6524-4501-B3AD-95BAA6195F26}"/>
          </ac:spMkLst>
        </pc:spChg>
        <pc:spChg chg="add">
          <ac:chgData name="Stew Nowak (Student)" userId="S::stew_nowak@mines.edu::6866e9bb-a1b2-421c-ba1b-38d9f0a8286a" providerId="AD" clId="Web-{4A569403-EA2D-FD24-6438-F9BFD0808F0C}" dt="2026-04-06T02:41:48.510" v="1434"/>
          <ac:spMkLst>
            <pc:docMk/>
            <pc:sldMk cId="798758229" sldId="265"/>
            <ac:spMk id="26" creationId="{602D0077-A4FB-4310-931A-44A3F972345F}"/>
          </ac:spMkLst>
        </pc:spChg>
        <pc:grpChg chg="add">
          <ac:chgData name="Stew Nowak (Student)" userId="S::stew_nowak@mines.edu::6866e9bb-a1b2-421c-ba1b-38d9f0a8286a" providerId="AD" clId="Web-{4A569403-EA2D-FD24-6438-F9BFD0808F0C}" dt="2026-04-06T02:41:48.510" v="1434"/>
          <ac:grpSpMkLst>
            <pc:docMk/>
            <pc:sldMk cId="798758229" sldId="265"/>
            <ac:grpSpMk id="11" creationId="{4622F691-7E68-4AA5-BBF4-275653B98EEC}"/>
          </ac:grpSpMkLst>
        </pc:grpChg>
        <pc:picChg chg="add mod">
          <ac:chgData name="Stew Nowak (Student)" userId="S::stew_nowak@mines.edu::6866e9bb-a1b2-421c-ba1b-38d9f0a8286a" providerId="AD" clId="Web-{4A569403-EA2D-FD24-6438-F9BFD0808F0C}" dt="2026-04-06T04:48:30.594" v="1762" actId="1076"/>
          <ac:picMkLst>
            <pc:docMk/>
            <pc:sldMk cId="798758229" sldId="265"/>
            <ac:picMk id="3" creationId="{D29821AB-E1AA-F24C-64E6-CBC29E942D3F}"/>
          </ac:picMkLst>
        </pc:picChg>
        <pc:picChg chg="add mod ord">
          <ac:chgData name="Stew Nowak (Student)" userId="S::stew_nowak@mines.edu::6866e9bb-a1b2-421c-ba1b-38d9f0a8286a" providerId="AD" clId="Web-{4A569403-EA2D-FD24-6438-F9BFD0808F0C}" dt="2026-04-06T02:41:48.510" v="1434"/>
          <ac:picMkLst>
            <pc:docMk/>
            <pc:sldMk cId="798758229" sldId="265"/>
            <ac:picMk id="4" creationId="{7C03B56B-0261-DF26-7801-BD88A31ECC90}"/>
          </ac:picMkLst>
        </pc:picChg>
        <pc:picChg chg="add del mod ord">
          <ac:chgData name="Stew Nowak (Student)" userId="S::stew_nowak@mines.edu::6866e9bb-a1b2-421c-ba1b-38d9f0a8286a" providerId="AD" clId="Web-{4A569403-EA2D-FD24-6438-F9BFD0808F0C}" dt="2026-04-06T04:48:02.688" v="1753"/>
          <ac:picMkLst>
            <pc:docMk/>
            <pc:sldMk cId="798758229" sldId="265"/>
            <ac:picMk id="5" creationId="{8AB8944A-63BA-2DF1-96ED-90DC3142AD5D}"/>
          </ac:picMkLst>
        </pc:picChg>
        <pc:picChg chg="add mod">
          <ac:chgData name="Stew Nowak (Student)" userId="S::stew_nowak@mines.edu::6866e9bb-a1b2-421c-ba1b-38d9f0a8286a" providerId="AD" clId="Web-{4A569403-EA2D-FD24-6438-F9BFD0808F0C}" dt="2026-04-06T02:41:48.510" v="1434"/>
          <ac:picMkLst>
            <pc:docMk/>
            <pc:sldMk cId="798758229" sldId="265"/>
            <ac:picMk id="6" creationId="{C96B3DE0-5E10-0BC6-9C89-3A5C5A1A01C5}"/>
          </ac:picMkLst>
        </pc:picChg>
      </pc:sldChg>
      <pc:sldChg chg="new del">
        <pc:chgData name="Stew Nowak (Student)" userId="S::stew_nowak@mines.edu::6866e9bb-a1b2-421c-ba1b-38d9f0a8286a" providerId="AD" clId="Web-{4A569403-EA2D-FD24-6438-F9BFD0808F0C}" dt="2026-04-06T02:29:51.195" v="1311"/>
        <pc:sldMkLst>
          <pc:docMk/>
          <pc:sldMk cId="3698847894" sldId="265"/>
        </pc:sldMkLst>
      </pc:sldChg>
      <pc:sldChg chg="addSp delSp modSp new">
        <pc:chgData name="Stew Nowak (Student)" userId="S::stew_nowak@mines.edu::6866e9bb-a1b2-421c-ba1b-38d9f0a8286a" providerId="AD" clId="Web-{4A569403-EA2D-FD24-6438-F9BFD0808F0C}" dt="2026-04-06T05:06:03.567" v="1931" actId="1076"/>
        <pc:sldMkLst>
          <pc:docMk/>
          <pc:sldMk cId="3214451211" sldId="266"/>
        </pc:sldMkLst>
        <pc:spChg chg="mod">
          <ac:chgData name="Stew Nowak (Student)" userId="S::stew_nowak@mines.edu::6866e9bb-a1b2-421c-ba1b-38d9f0a8286a" providerId="AD" clId="Web-{4A569403-EA2D-FD24-6438-F9BFD0808F0C}" dt="2026-04-06T05:02:58.450" v="1899" actId="20577"/>
          <ac:spMkLst>
            <pc:docMk/>
            <pc:sldMk cId="3214451211" sldId="266"/>
            <ac:spMk id="2" creationId="{5EF8260F-3C5A-D1F6-A0C7-4472842A5CD7}"/>
          </ac:spMkLst>
        </pc:spChg>
        <pc:spChg chg="del mod">
          <ac:chgData name="Stew Nowak (Student)" userId="S::stew_nowak@mines.edu::6866e9bb-a1b2-421c-ba1b-38d9f0a8286a" providerId="AD" clId="Web-{4A569403-EA2D-FD24-6438-F9BFD0808F0C}" dt="2026-04-06T05:03:51.840" v="1909"/>
          <ac:spMkLst>
            <pc:docMk/>
            <pc:sldMk cId="3214451211" sldId="266"/>
            <ac:spMk id="3" creationId="{93F72ED5-E81B-0689-FC62-DCC52B930C06}"/>
          </ac:spMkLst>
        </pc:spChg>
        <pc:spChg chg="add mod">
          <ac:chgData name="Stew Nowak (Student)" userId="S::stew_nowak@mines.edu::6866e9bb-a1b2-421c-ba1b-38d9f0a8286a" providerId="AD" clId="Web-{4A569403-EA2D-FD24-6438-F9BFD0808F0C}" dt="2026-04-06T05:05:38.738" v="1930" actId="1076"/>
          <ac:spMkLst>
            <pc:docMk/>
            <pc:sldMk cId="3214451211" sldId="266"/>
            <ac:spMk id="5" creationId="{9F003FE9-F944-D7FF-89AA-4010FA5F9D39}"/>
          </ac:spMkLst>
        </pc:spChg>
        <pc:picChg chg="add mod modCrop">
          <ac:chgData name="Stew Nowak (Student)" userId="S::stew_nowak@mines.edu::6866e9bb-a1b2-421c-ba1b-38d9f0a8286a" providerId="AD" clId="Web-{4A569403-EA2D-FD24-6438-F9BFD0808F0C}" dt="2026-04-06T05:06:03.567" v="1931" actId="1076"/>
          <ac:picMkLst>
            <pc:docMk/>
            <pc:sldMk cId="3214451211" sldId="266"/>
            <ac:picMk id="4" creationId="{54FD8504-1098-B62E-1047-8FA0F51CA202}"/>
          </ac:picMkLst>
        </pc:picChg>
      </pc:sldChg>
      <pc:sldChg chg="modSp new">
        <pc:chgData name="Stew Nowak (Student)" userId="S::stew_nowak@mines.edu::6866e9bb-a1b2-421c-ba1b-38d9f0a8286a" providerId="AD" clId="Web-{4A569403-EA2D-FD24-6438-F9BFD0808F0C}" dt="2026-04-06T05:41:39.221" v="2185" actId="20577"/>
        <pc:sldMkLst>
          <pc:docMk/>
          <pc:sldMk cId="1405663008" sldId="267"/>
        </pc:sldMkLst>
        <pc:spChg chg="mod">
          <ac:chgData name="Stew Nowak (Student)" userId="S::stew_nowak@mines.edu::6866e9bb-a1b2-421c-ba1b-38d9f0a8286a" providerId="AD" clId="Web-{4A569403-EA2D-FD24-6438-F9BFD0808F0C}" dt="2026-04-06T05:32:11.071" v="1949" actId="20577"/>
          <ac:spMkLst>
            <pc:docMk/>
            <pc:sldMk cId="1405663008" sldId="267"/>
            <ac:spMk id="2" creationId="{53455967-18F7-BC40-9778-BB4A12BFD5F8}"/>
          </ac:spMkLst>
        </pc:spChg>
        <pc:spChg chg="mod">
          <ac:chgData name="Stew Nowak (Student)" userId="S::stew_nowak@mines.edu::6866e9bb-a1b2-421c-ba1b-38d9f0a8286a" providerId="AD" clId="Web-{4A569403-EA2D-FD24-6438-F9BFD0808F0C}" dt="2026-04-06T05:41:39.221" v="2185" actId="20577"/>
          <ac:spMkLst>
            <pc:docMk/>
            <pc:sldMk cId="1405663008" sldId="267"/>
            <ac:spMk id="3" creationId="{D19F2B95-6CBC-0794-71DB-E69A35222DC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E700B27-DE4C-4B9E-BB11-B9027034A00F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127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51FCE-E4BB-4680-8E50-3C0E348D2609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567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598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498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90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339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84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937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384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4739-9812-4A9F-890D-2AD6BA5F6EE8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741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5AC5-A3F8-44AA-BA8F-596CDCC976D3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291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B183-A821-4095-A363-9EC968635539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6719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01B4-0AA5-45E6-B2E6-5FA4078AEBCF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6292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335C-0450-40D7-8612-B3203BED4F28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5851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105-2A1C-4284-B4EA-07CF89B1A393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9971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3294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88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E0D914D-B099-4142-A885-11F276715148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101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quilezles.org/articles/distfunctions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evl.uic.edu/hypercomplex/html/book/rtqjs.pdf" TargetMode="External"/><Relationship Id="rId5" Type="http://schemas.openxmlformats.org/officeDocument/2006/relationships/hyperlink" Target="https://www.mdpi.com/2079-9292/10/22/2730" TargetMode="Externa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quilezles.org/articles/distfunctions/" TargetMode="Externa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icefractal.com/articles/mandelbulb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icefractal.com/articles/mandelbulb/" TargetMode="External"/><Relationship Id="rId3" Type="http://schemas.openxmlformats.org/officeDocument/2006/relationships/image" Target="../media/image9.png"/><Relationship Id="rId7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KentaYoshii/Raymarcher?tab=readme-ov-file#mandelbulb" TargetMode="External"/><Relationship Id="rId5" Type="http://schemas.openxmlformats.org/officeDocument/2006/relationships/hyperlink" Target="https://www.mdpi.com/2079-9292/10/22/2730" TargetMode="Externa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icefractal.com/articles/mandelbulb/" TargetMode="External"/><Relationship Id="rId3" Type="http://schemas.openxmlformats.org/officeDocument/2006/relationships/hyperlink" Target="https://www.evl.uic.edu/hypercomplex/html/book/rtqjs.pdf" TargetMode="External"/><Relationship Id="rId7" Type="http://schemas.openxmlformats.org/officeDocument/2006/relationships/hyperlink" Target="https://github.com/KentaYoshii/Raymarcher?tab=readme-ov-file#mandelbulb" TargetMode="External"/><Relationship Id="rId2" Type="http://schemas.openxmlformats.org/officeDocument/2006/relationships/hyperlink" Target="https://iquilezles.org/articles/nvscene2008/rwwtt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quilezles.org/articles/distfunctions/" TargetMode="External"/><Relationship Id="rId5" Type="http://schemas.openxmlformats.org/officeDocument/2006/relationships/hyperlink" Target="https://timm-schmidt.com/3d-raymarching/" TargetMode="External"/><Relationship Id="rId4" Type="http://schemas.openxmlformats.org/officeDocument/2006/relationships/hyperlink" Target="https://www.mdpi.com/2079-9292/10/22/2730" TargetMode="External"/><Relationship Id="rId9" Type="http://schemas.openxmlformats.org/officeDocument/2006/relationships/hyperlink" Target="https://icefractal.com/mandelbulb/#s=0_p=0.0000002_c=12_x=0_y=0_z=-1.59_a=0_r=0_k=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6564" y="1249217"/>
            <a:ext cx="8298873" cy="2258284"/>
          </a:xfrm>
        </p:spPr>
        <p:txBody>
          <a:bodyPr anchor="b">
            <a:normAutofit/>
          </a:bodyPr>
          <a:lstStyle/>
          <a:p>
            <a:pPr algn="ctr"/>
            <a:r>
              <a:rPr lang="en-US" sz="6600"/>
              <a:t>Raymarching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6564" y="4490100"/>
            <a:ext cx="8298873" cy="1282843"/>
          </a:xfrm>
        </p:spPr>
        <p:txBody>
          <a:bodyPr anchor="t">
            <a:normAutofit/>
          </a:bodyPr>
          <a:lstStyle/>
          <a:p>
            <a:pPr algn="ctr"/>
            <a:r>
              <a:rPr lang="en-US" sz="2400"/>
              <a:t>explained by Stew Nowak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33A80-E364-5762-C441-78B2C9C45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First, a brief overview: </a:t>
            </a:r>
            <a:br>
              <a:rPr lang="en-US" dirty="0"/>
            </a:br>
            <a:r>
              <a:rPr lang="en-US"/>
              <a:t>What is Raymarching?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67B3C-D211-0D0B-B3F2-B15CA0569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8913" y="2459121"/>
            <a:ext cx="9924464" cy="38173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For every Pixel, we MARCH a ray through the scene</a:t>
            </a:r>
          </a:p>
          <a:p>
            <a:pPr lvl="1">
              <a:buFont typeface="Courier New" charset="2"/>
              <a:buChar char="o"/>
            </a:pPr>
            <a:r>
              <a:rPr lang="en-US" dirty="0"/>
              <a:t>Calculate the intersection of the ray with an implicit surface (SDF) </a:t>
            </a:r>
            <a:r>
              <a:rPr lang="en-US" dirty="0" err="1"/>
              <a:t>i.e</a:t>
            </a:r>
            <a:r>
              <a:rPr lang="en-US" dirty="0"/>
              <a:t> not coordinate based</a:t>
            </a:r>
          </a:p>
          <a:p>
            <a:pPr lvl="1">
              <a:buFont typeface="Courier New" charset="2"/>
              <a:buChar char="o"/>
            </a:pPr>
            <a:r>
              <a:rPr lang="en-US" dirty="0"/>
              <a:t>Not a fixed step size </a:t>
            </a:r>
            <a:r>
              <a:rPr lang="en-US" dirty="0" err="1"/>
              <a:t>i.e</a:t>
            </a:r>
            <a:r>
              <a:rPr lang="en-US" dirty="0"/>
              <a:t> similar to ray tracing but not quite!</a:t>
            </a:r>
          </a:p>
          <a:p>
            <a:pPr lvl="1">
              <a:buFont typeface="Courier New" charset="2"/>
              <a:buChar char="o"/>
            </a:pPr>
            <a:r>
              <a:rPr lang="en-US" dirty="0"/>
              <a:t>Special marching </a:t>
            </a:r>
            <a:r>
              <a:rPr lang="en-US"/>
              <a:t>algorithm</a:t>
            </a:r>
            <a:endParaRPr lang="en-US" dirty="0"/>
          </a:p>
          <a:p>
            <a:r>
              <a:rPr lang="en-US"/>
              <a:t>We create our  "geometry" via signed distance functions or SDF's</a:t>
            </a:r>
            <a:endParaRPr lang="en-US" dirty="0"/>
          </a:p>
          <a:p>
            <a:pPr lvl="1">
              <a:buFont typeface="Courier New" charset="2"/>
              <a:buChar char="o"/>
            </a:pPr>
            <a:r>
              <a:rPr lang="en-US"/>
              <a:t>We can create many shapes that normal rasterization or explicit surfaces cannot</a:t>
            </a:r>
          </a:p>
          <a:p>
            <a:r>
              <a:rPr lang="en-US" dirty="0"/>
              <a:t>We achieve this utilizing a </a:t>
            </a:r>
            <a:r>
              <a:rPr lang="en-US"/>
              <a:t>full screen quad (or triangle) and then the rasterizer</a:t>
            </a:r>
            <a:endParaRPr lang="en-US" dirty="0"/>
          </a:p>
          <a:p>
            <a:pPr lvl="1">
              <a:buFont typeface="Courier New" charset="2"/>
              <a:buChar char="o"/>
            </a:pPr>
            <a:r>
              <a:rPr lang="en-US"/>
              <a:t>Compute or Fragment shader -&gt; per pixel operations</a:t>
            </a:r>
            <a:endParaRPr lang="en-US" dirty="0"/>
          </a:p>
          <a:p>
            <a:r>
              <a:rPr lang="en-US"/>
              <a:t>AKA sphere tracing</a:t>
            </a:r>
            <a:endParaRPr lang="en-US" dirty="0"/>
          </a:p>
          <a:p>
            <a:pPr lvl="1">
              <a:buFont typeface="Courier New" charset="2"/>
              <a:buChar char="o"/>
            </a:pPr>
            <a:r>
              <a:rPr lang="en-US"/>
              <a:t>Makes more intuitive sense once you visualize the marching algorithm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556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F1F2-8A77-8767-96C2-821635CE7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/>
              <a:t>Signed Distance Functions aka SDF's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50817-60E7-290E-A1DD-310252983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6397313" cy="3416300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1500" dirty="0"/>
              <a:t>A function that represents the signed distance from a point in space to the surface of the object described</a:t>
            </a:r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en-US" sz="1500"/>
              <a:t>Most are exact, though some are bounded</a:t>
            </a:r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en-US" sz="1500"/>
              <a:t>Bounded SDF's return the underestimated distance</a:t>
            </a:r>
          </a:p>
          <a:p>
            <a:pPr lvl="2">
              <a:lnSpc>
                <a:spcPct val="90000"/>
              </a:lnSpc>
              <a:buFont typeface="Wingdings" charset="2"/>
              <a:buChar char="§"/>
            </a:pPr>
            <a:r>
              <a:rPr lang="en-US" sz="1500"/>
              <a:t>Slower than exact SDF's -&gt;use an iterative function to simulate behavior then estimate distance</a:t>
            </a:r>
          </a:p>
          <a:p>
            <a:pPr lvl="2">
              <a:lnSpc>
                <a:spcPct val="90000"/>
              </a:lnSpc>
              <a:buFont typeface="Wingdings" charset="2"/>
              <a:buChar char="§"/>
            </a:pPr>
            <a:r>
              <a:rPr lang="en-US" sz="1500" dirty="0"/>
              <a:t>Ensure we don't overshoot the surface</a:t>
            </a:r>
          </a:p>
          <a:p>
            <a:pPr>
              <a:lnSpc>
                <a:spcPct val="90000"/>
              </a:lnSpc>
            </a:pPr>
            <a:r>
              <a:rPr lang="en-US" sz="1500"/>
              <a:t>2D, 3D, or even 4D (animation with time) shapes are possible</a:t>
            </a:r>
          </a:p>
          <a:p>
            <a:pPr>
              <a:lnSpc>
                <a:spcPct val="90000"/>
              </a:lnSpc>
            </a:pPr>
            <a:r>
              <a:rPr lang="en-US" sz="1500"/>
              <a:t>Mapping - &gt;returning the distance, materials, etc. for final shading</a:t>
            </a:r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en-US" sz="1500"/>
              <a:t>Defines the scene/where you put all your transformations and SDF's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DCEBAE2-C0F5-3159-FEA4-EF9059B1A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7001" y="2380939"/>
            <a:ext cx="3348465" cy="1935090"/>
          </a:xfrm>
          <a:prstGeom prst="roundRect">
            <a:avLst>
              <a:gd name="adj" fmla="val 1858"/>
            </a:avLst>
          </a:prstGeom>
          <a:effectLst/>
        </p:spPr>
      </p:pic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5530EE2-F013-E0D6-3A77-EF6B4F7FF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0599" y="4498345"/>
            <a:ext cx="2469411" cy="2103197"/>
          </a:xfrm>
          <a:prstGeom prst="roundRect">
            <a:avLst>
              <a:gd name="adj" fmla="val 1858"/>
            </a:avLst>
          </a:prstGeom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FDD0EC-262C-97CB-D54E-838FA8F93D7D}"/>
              </a:ext>
            </a:extLst>
          </p:cNvPr>
          <p:cNvSpPr txBox="1"/>
          <p:nvPr/>
        </p:nvSpPr>
        <p:spPr>
          <a:xfrm>
            <a:off x="6644968" y="6604000"/>
            <a:ext cx="607141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>
              <a:spcBef>
                <a:spcPts val="1000"/>
              </a:spcBef>
            </a:pPr>
            <a:r>
              <a:rPr lang="en-US" sz="900" dirty="0"/>
              <a:t>Credit: </a:t>
            </a:r>
            <a:r>
              <a:rPr lang="en-US" sz="900" dirty="0">
                <a:hlinkClick r:id="rId4"/>
              </a:rPr>
              <a:t>Inigo Quilez :: computer graphics, </a:t>
            </a:r>
            <a:r>
              <a:rPr lang="en-US" sz="900" dirty="0" err="1">
                <a:hlinkClick r:id="rId4"/>
              </a:rPr>
              <a:t>maths</a:t>
            </a:r>
            <a:r>
              <a:rPr lang="en-US" sz="900" dirty="0">
                <a:hlinkClick r:id="rId4"/>
              </a:rPr>
              <a:t>, shaders, fractals, </a:t>
            </a:r>
            <a:r>
              <a:rPr lang="en-US" sz="900" dirty="0" err="1">
                <a:hlinkClick r:id="rId4"/>
              </a:rPr>
              <a:t>demoscene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4198597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A45274E-51BA-45DB-A1AF-D9D2D3070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23D49CA-BEDE-4AD1-B156-6E1CD672F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587"/>
            <a:ext cx="12192000" cy="6856413"/>
            <a:chOff x="0" y="1587"/>
            <a:chExt cx="12192000" cy="6856413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1C3C4EA-B476-435A-9415-082AC43498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1EDCF7B-9A1F-4B83-876B-10DF260AC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41E3788-48C7-46E5-B8FC-F6A199D6D1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6700828" y="402165"/>
              <a:ext cx="5067838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0BB7126D-A3C9-40BF-BC31-9252390750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57AC479E-6526-40E2-B438-017CD542F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58512C16-E8B7-4D79-8ADA-20C4FDD93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5DED4EE-8A79-4C5F-3B5C-9D9A4C0A0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5132438" cy="1622322"/>
          </a:xfrm>
        </p:spPr>
        <p:txBody>
          <a:bodyPr>
            <a:normAutofit/>
          </a:bodyPr>
          <a:lstStyle/>
          <a:p>
            <a:r>
              <a:rPr lang="en-US" dirty="0"/>
              <a:t>The Raymarch 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8B63C-7882-4C94-A0B4-C751B6569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8" y="2418735"/>
            <a:ext cx="5132439" cy="38117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>
                <a:solidFill>
                  <a:schemeClr val="bg1"/>
                </a:solidFill>
              </a:rPr>
              <a:t>"March" the ray incrementally in steps</a:t>
            </a:r>
          </a:p>
          <a:p>
            <a:pPr lvl="1">
              <a:buFont typeface="Courier New" charset="2"/>
              <a:buChar char="o"/>
            </a:pPr>
            <a:r>
              <a:rPr lang="en-US" sz="1700">
                <a:solidFill>
                  <a:schemeClr val="bg1"/>
                </a:solidFill>
              </a:rPr>
              <a:t>Each step we calculate the distance to the nearest object</a:t>
            </a:r>
          </a:p>
          <a:p>
            <a:r>
              <a:rPr lang="en-US" sz="1700">
                <a:solidFill>
                  <a:schemeClr val="bg1"/>
                </a:solidFill>
              </a:rPr>
              <a:t>We "March" until we hit a surface, exceed distance threshold, or iteration count hits our preset maximum ray step count</a:t>
            </a:r>
          </a:p>
          <a:p>
            <a:pPr lvl="1">
              <a:buFont typeface="Courier New" charset="2"/>
              <a:buChar char="o"/>
            </a:pPr>
            <a:r>
              <a:rPr lang="en-US" sz="1700">
                <a:solidFill>
                  <a:schemeClr val="bg1"/>
                </a:solidFill>
              </a:rPr>
              <a:t>Don't waste computation on rays that won't intersect</a:t>
            </a:r>
          </a:p>
          <a:p>
            <a:r>
              <a:rPr lang="en-US" sz="1700">
                <a:solidFill>
                  <a:schemeClr val="bg1"/>
                </a:solidFill>
              </a:rPr>
              <a:t>Utilize Unbounding volumes i.e volumes that do not contain any part of the object</a:t>
            </a:r>
          </a:p>
          <a:p>
            <a:pPr lvl="1">
              <a:buFont typeface="Courier New" charset="2"/>
              <a:buChar char="o"/>
            </a:pPr>
            <a:r>
              <a:rPr lang="en-US" sz="1700">
                <a:solidFill>
                  <a:schemeClr val="bg1"/>
                </a:solidFill>
              </a:rPr>
              <a:t>In our case the volume is a sphere, and its radius is the dist. to the object</a:t>
            </a:r>
          </a:p>
          <a:p>
            <a:endParaRPr lang="en-US" sz="1700">
              <a:solidFill>
                <a:schemeClr val="bg1"/>
              </a:solidFill>
            </a:endParaRPr>
          </a:p>
        </p:txBody>
      </p:sp>
      <p:pic>
        <p:nvPicPr>
          <p:cNvPr id="5" name="Picture 4" descr="A line with colored circles&#10;&#10;AI-generated content may be incorrect.">
            <a:extLst>
              <a:ext uri="{FF2B5EF4-FFF2-40B4-BE49-F238E27FC236}">
                <a16:creationId xmlns:a16="http://schemas.microsoft.com/office/drawing/2014/main" id="{544F97D1-8B8E-553C-1412-67C2F9491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836" y="648263"/>
            <a:ext cx="4828707" cy="2704075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1522963-0F54-4F24-84CB-4C262BF1F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9C711B-02F8-2109-D205-4EC3EC0A3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6071" y="3520086"/>
            <a:ext cx="3942383" cy="27103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3D64D1-1B0A-C9E2-8CE7-1CF42DD738C8}"/>
              </a:ext>
            </a:extLst>
          </p:cNvPr>
          <p:cNvSpPr txBox="1"/>
          <p:nvPr/>
        </p:nvSpPr>
        <p:spPr>
          <a:xfrm>
            <a:off x="6698355" y="3325890"/>
            <a:ext cx="4656866" cy="5078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>
              <a:spcBef>
                <a:spcPts val="1000"/>
              </a:spcBef>
            </a:pPr>
            <a:r>
              <a:rPr lang="en-US" sz="900"/>
              <a:t>Credit: </a:t>
            </a:r>
            <a:r>
              <a:rPr lang="en-US" sz="900" dirty="0">
                <a:hlinkClick r:id="rId5"/>
              </a:rPr>
              <a:t>Raymarching Distance Fields with CUDA</a:t>
            </a:r>
            <a:endParaRPr lang="en-US" sz="900">
              <a:latin typeface="Calibri"/>
              <a:ea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184123-51BC-C613-44FC-291A0AE012A1}"/>
              </a:ext>
            </a:extLst>
          </p:cNvPr>
          <p:cNvSpPr txBox="1"/>
          <p:nvPr/>
        </p:nvSpPr>
        <p:spPr>
          <a:xfrm>
            <a:off x="7096647" y="6232961"/>
            <a:ext cx="4260645" cy="5078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>
              <a:spcBef>
                <a:spcPts val="1000"/>
              </a:spcBef>
            </a:pPr>
            <a:r>
              <a:rPr lang="en-US" sz="900"/>
              <a:t>Credit:</a:t>
            </a:r>
            <a:r>
              <a:rPr lang="en-US" sz="900" dirty="0">
                <a:hlinkClick r:id="rId6"/>
              </a:rPr>
              <a:t>1910189b.tif</a:t>
            </a:r>
            <a:endParaRPr lang="en-US" sz="900">
              <a:latin typeface="Calibri"/>
              <a:ea typeface="Calibri"/>
              <a:cs typeface="Calibri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859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2A0276A-1D2A-4BA5-9B7B-546C881A3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E030352-F2E5-4BDA-B3D5-26D043BAF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587"/>
            <a:ext cx="12192000" cy="6856413"/>
            <a:chOff x="0" y="1587"/>
            <a:chExt cx="12192000" cy="6856413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E245AE9-836C-497C-A834-962B42FB24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1B940FB-6D50-4544-A520-2B530D187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9B6942D-1074-493C-AB7E-C90BD913EF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0AA1516B-F040-4F28-863A-EF937063E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446565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A6B0918-602A-453B-9E60-5AD3C7AC44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537676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6C0FFDF3-1338-41E8-81A2-54A1C11BE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BD91529-032B-8E3B-FCCE-0A9BBF67C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6072776" cy="1622322"/>
          </a:xfrm>
        </p:spPr>
        <p:txBody>
          <a:bodyPr>
            <a:normAutofit/>
          </a:bodyPr>
          <a:lstStyle/>
          <a:p>
            <a:r>
              <a:rPr lang="en-US"/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CD01F-9CC2-76B6-44D1-8F7B9E316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8" y="1828800"/>
            <a:ext cx="6072776" cy="4401675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1700">
                <a:solidFill>
                  <a:schemeClr val="bg1"/>
                </a:solidFill>
              </a:rPr>
              <a:t>CSG or Construct Solid Geometry is very easily done</a:t>
            </a:r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en-US" sz="1700">
                <a:solidFill>
                  <a:schemeClr val="bg1"/>
                </a:solidFill>
              </a:rPr>
              <a:t>Union, Intersect, and Difference</a:t>
            </a:r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en-US" sz="1700">
                <a:solidFill>
                  <a:schemeClr val="bg1"/>
                </a:solidFill>
              </a:rPr>
              <a:t>Distortion/Displacement, Repetition, Smoothing, and Elongation (2D-&gt;3D SDF)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chemeClr val="bg1"/>
                </a:solidFill>
              </a:rPr>
              <a:t>Soft Shadows and Reflections are easily computed (think about the rays)</a:t>
            </a:r>
          </a:p>
          <a:p>
            <a:pPr>
              <a:lnSpc>
                <a:spcPct val="90000"/>
              </a:lnSpc>
            </a:pPr>
            <a:r>
              <a:rPr lang="en-US" sz="1700" dirty="0">
                <a:solidFill>
                  <a:schemeClr val="bg1"/>
                </a:solidFill>
              </a:rPr>
              <a:t>Fractals, </a:t>
            </a:r>
            <a:r>
              <a:rPr lang="en-US" sz="1700" dirty="0" err="1">
                <a:solidFill>
                  <a:schemeClr val="bg1"/>
                </a:solidFill>
              </a:rPr>
              <a:t>Isosurfaces</a:t>
            </a:r>
            <a:r>
              <a:rPr lang="en-US" sz="1700" dirty="0">
                <a:solidFill>
                  <a:schemeClr val="bg1"/>
                </a:solidFill>
              </a:rPr>
              <a:t>, and Volumetric Textures</a:t>
            </a:r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en-US" sz="1700">
                <a:solidFill>
                  <a:schemeClr val="bg1"/>
                </a:solidFill>
              </a:rPr>
              <a:t>Non-exact geometry CAN be done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chemeClr val="bg1"/>
                </a:solidFill>
              </a:rPr>
              <a:t>Analytical surfaces (triangles, spheres, etc.) still easily done as well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chemeClr val="bg1"/>
                </a:solidFill>
              </a:rPr>
              <a:t>Memory footprint is smaller than traditional rasterization</a:t>
            </a:r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en-US" sz="1700">
                <a:solidFill>
                  <a:schemeClr val="bg1"/>
                </a:solidFill>
              </a:rPr>
              <a:t>No need for VBO's &amp; IBO's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9AB6174-4A75-6885-FE00-00B1D5139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4585" y="653301"/>
            <a:ext cx="3642987" cy="337406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203AD603-6673-4624-81E7-505DD5B2A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5" name="Picture 4" descr="A computer screen shot of a virus&#10;&#10;AI-generated content may be incorrect.">
            <a:extLst>
              <a:ext uri="{FF2B5EF4-FFF2-40B4-BE49-F238E27FC236}">
                <a16:creationId xmlns:a16="http://schemas.microsoft.com/office/drawing/2014/main" id="{A27B49A1-3790-A266-3711-6372BABD26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8291" y="4187570"/>
            <a:ext cx="3027382" cy="18752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8F50E9-8100-BA1D-1424-10AC09645B6A}"/>
              </a:ext>
            </a:extLst>
          </p:cNvPr>
          <p:cNvSpPr txBox="1"/>
          <p:nvPr/>
        </p:nvSpPr>
        <p:spPr>
          <a:xfrm>
            <a:off x="6710515" y="6227096"/>
            <a:ext cx="496529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>
              <a:spcBef>
                <a:spcPts val="1000"/>
              </a:spcBef>
            </a:pPr>
            <a:r>
              <a:rPr lang="en-US" sz="900" dirty="0"/>
              <a:t>Credit: </a:t>
            </a:r>
            <a:r>
              <a:rPr lang="en-US" sz="900" dirty="0">
                <a:hlinkClick r:id="rId5"/>
              </a:rPr>
              <a:t>Inigo Quilez :: computer graphics, </a:t>
            </a:r>
            <a:r>
              <a:rPr lang="en-US" sz="900" dirty="0" err="1">
                <a:hlinkClick r:id="rId5"/>
              </a:rPr>
              <a:t>maths</a:t>
            </a:r>
            <a:r>
              <a:rPr lang="en-US" sz="900" dirty="0">
                <a:hlinkClick r:id="rId5"/>
              </a:rPr>
              <a:t>, shaders, fractals, </a:t>
            </a:r>
            <a:r>
              <a:rPr lang="en-US" sz="900" dirty="0" err="1">
                <a:hlinkClick r:id="rId5"/>
              </a:rPr>
              <a:t>demoscene</a:t>
            </a:r>
            <a:endParaRPr lang="en-US" sz="9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049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7BEC8-C71F-48B5-743E-53CDD2DF0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Drawbacks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4F64A-C243-6EEC-F2D4-AC589DAD3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357197"/>
            <a:ext cx="9792805" cy="427836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/>
              <a:t>Very Computationally heavy</a:t>
            </a:r>
          </a:p>
          <a:p>
            <a:pPr lvl="1">
              <a:buFont typeface="Courier New" charset="2"/>
              <a:buChar char="o"/>
            </a:pPr>
            <a:r>
              <a:rPr lang="en-US"/>
              <a:t>Per pixel</a:t>
            </a:r>
          </a:p>
          <a:p>
            <a:pPr lvl="1">
              <a:buFont typeface="Courier New" charset="2"/>
              <a:buChar char="o"/>
            </a:pPr>
            <a:r>
              <a:rPr lang="en-US" dirty="0"/>
              <a:t>SDF </a:t>
            </a:r>
            <a:r>
              <a:rPr lang="en-US"/>
              <a:t>calculation each step</a:t>
            </a:r>
            <a:endParaRPr lang="en-US" dirty="0"/>
          </a:p>
          <a:p>
            <a:pPr lvl="1">
              <a:buFont typeface="Courier New" charset="2"/>
              <a:buChar char="o"/>
            </a:pPr>
            <a:r>
              <a:rPr lang="en-US"/>
              <a:t>Need to watch how many steps you march your ray forward or max distance</a:t>
            </a:r>
          </a:p>
          <a:p>
            <a:r>
              <a:rPr lang="en-US" dirty="0"/>
              <a:t>Edges of geome</a:t>
            </a:r>
            <a:r>
              <a:rPr lang="en-US"/>
              <a:t>try "chew" up steps</a:t>
            </a:r>
          </a:p>
          <a:p>
            <a:r>
              <a:rPr lang="en-US"/>
              <a:t>Normal calculation is expensive/tricky</a:t>
            </a:r>
            <a:endParaRPr lang="en-US" dirty="0"/>
          </a:p>
          <a:p>
            <a:pPr lvl="1">
              <a:buFont typeface="Courier New" charset="2"/>
              <a:buChar char="o"/>
            </a:pPr>
            <a:r>
              <a:rPr lang="en-US"/>
              <a:t>Generally computed using gradient...requires 6 SDF evaluations per pixel hit</a:t>
            </a:r>
            <a:endParaRPr lang="en-US" dirty="0"/>
          </a:p>
          <a:p>
            <a:pPr lvl="1">
              <a:buFont typeface="Courier New" charset="2"/>
              <a:buChar char="o"/>
            </a:pPr>
            <a:r>
              <a:rPr lang="en-US"/>
              <a:t>Other methods: partial derivatives, or tetrahedral sampling</a:t>
            </a:r>
            <a:endParaRPr lang="en-US" dirty="0"/>
          </a:p>
          <a:p>
            <a:pPr lvl="1">
              <a:buFont typeface="Courier New" charset="2"/>
              <a:buChar char="o"/>
            </a:pPr>
            <a:r>
              <a:rPr lang="en-US"/>
              <a:t>Can be non-exact/an approximation depending on geometry</a:t>
            </a:r>
            <a:endParaRPr lang="en-US" dirty="0"/>
          </a:p>
          <a:p>
            <a:r>
              <a:rPr lang="en-US"/>
              <a:t>Bound SDF's aka Distance Estimator Functions (DE's) not exact</a:t>
            </a:r>
            <a:endParaRPr lang="en-US" dirty="0"/>
          </a:p>
          <a:p>
            <a:pPr lvl="1">
              <a:buFont typeface="Courier New" charset="2"/>
              <a:buChar char="o"/>
            </a:pPr>
            <a:r>
              <a:rPr lang="en-US"/>
              <a:t>Still work but are slower</a:t>
            </a:r>
            <a:endParaRPr lang="en-US" dirty="0"/>
          </a:p>
          <a:p>
            <a:r>
              <a:rPr lang="en-US"/>
              <a:t>Creating complex geometry/scenes takes time...and a LOT of math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1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ED23C-F1E0-51BD-DF4E-A7EAF3343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this is perfect for my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E7CF5-C33D-D221-050C-B34245304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803" y="2372591"/>
            <a:ext cx="10273501" cy="43147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Fractals are implicit by nature</a:t>
            </a:r>
            <a:endParaRPr lang="en-US" dirty="0"/>
          </a:p>
          <a:p>
            <a:pPr lvl="1">
              <a:buFont typeface="Courier New" charset="2"/>
              <a:buChar char="o"/>
            </a:pPr>
            <a:r>
              <a:rPr lang="en-US" dirty="0"/>
              <a:t>Defined by mathematical </a:t>
            </a:r>
            <a:r>
              <a:rPr lang="en-US"/>
              <a:t>behavior</a:t>
            </a:r>
            <a:r>
              <a:rPr lang="en-US" dirty="0"/>
              <a:t>, not geometry</a:t>
            </a:r>
          </a:p>
          <a:p>
            <a:r>
              <a:rPr lang="en-US"/>
              <a:t>No mesh can capture infinite details as fractals do</a:t>
            </a:r>
            <a:endParaRPr lang="en-US" dirty="0"/>
          </a:p>
          <a:p>
            <a:pPr lvl="1">
              <a:buFont typeface="Courier New" charset="2"/>
              <a:buChar char="o"/>
            </a:pPr>
            <a:r>
              <a:rPr lang="en-US" dirty="0"/>
              <a:t>Traditional rasteri</a:t>
            </a:r>
            <a:r>
              <a:rPr lang="en-US"/>
              <a:t>zation would not work (explicit triangles...no go)</a:t>
            </a:r>
            <a:endParaRPr lang="en-US" sz="1800" dirty="0"/>
          </a:p>
          <a:p>
            <a:r>
              <a:rPr lang="en-US" dirty="0" err="1"/>
              <a:t>Mandelbulb</a:t>
            </a:r>
            <a:r>
              <a:rPr lang="en-US" dirty="0"/>
              <a:t> is defined by iteration</a:t>
            </a:r>
          </a:p>
          <a:p>
            <a:pPr lvl="1">
              <a:buFont typeface="Courier New" charset="2"/>
              <a:buChar char="o"/>
            </a:pPr>
            <a:r>
              <a:rPr lang="en-US" dirty="0"/>
              <a:t>Points are evaluated by repeatedly applying a </a:t>
            </a:r>
            <a:r>
              <a:rPr lang="en-US" dirty="0" err="1"/>
              <a:t>function:</a:t>
            </a:r>
            <a:r>
              <a:rPr lang="en-US" i="1" dirty="0" err="1">
                <a:solidFill>
                  <a:srgbClr val="000000"/>
                </a:solidFill>
                <a:ea typeface="+mn-lt"/>
                <a:cs typeface="+mn-lt"/>
              </a:rPr>
              <a:t>Z</a:t>
            </a:r>
            <a:r>
              <a:rPr lang="en-US" i="1" baseline="-25000" dirty="0" err="1">
                <a:solidFill>
                  <a:srgbClr val="000000"/>
                </a:solidFill>
                <a:ea typeface="+mn-lt"/>
                <a:cs typeface="+mn-lt"/>
              </a:rPr>
              <a:t>n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= </a:t>
            </a:r>
            <a:r>
              <a:rPr lang="en-US" i="1" dirty="0" err="1">
                <a:solidFill>
                  <a:srgbClr val="000000"/>
                </a:solidFill>
                <a:ea typeface="+mn-lt"/>
                <a:cs typeface="+mn-lt"/>
              </a:rPr>
              <a:t>Z</a:t>
            </a:r>
            <a:r>
              <a:rPr lang="en-US" i="1" baseline="-25000" dirty="0" err="1">
                <a:solidFill>
                  <a:srgbClr val="000000"/>
                </a:solidFill>
                <a:ea typeface="+mn-lt"/>
                <a:cs typeface="+mn-lt"/>
              </a:rPr>
              <a:t>n</a:t>
            </a:r>
            <a:r>
              <a:rPr lang="en-US" i="1" baseline="30000" dirty="0" err="1">
                <a:solidFill>
                  <a:srgbClr val="000000"/>
                </a:solidFill>
                <a:ea typeface="+mn-lt"/>
                <a:cs typeface="+mn-lt"/>
              </a:rPr>
              <a:t>k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+ </a:t>
            </a:r>
            <a:r>
              <a:rPr lang="en-US" i="1" dirty="0">
                <a:solidFill>
                  <a:srgbClr val="000000"/>
                </a:solidFill>
                <a:ea typeface="+mn-lt"/>
                <a:cs typeface="+mn-lt"/>
              </a:rPr>
              <a:t>C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= </a:t>
            </a:r>
            <a:r>
              <a:rPr lang="en-US" i="1" dirty="0" err="1">
                <a:solidFill>
                  <a:srgbClr val="000000"/>
                </a:solidFill>
                <a:ea typeface="+mn-lt"/>
                <a:cs typeface="+mn-lt"/>
              </a:rPr>
              <a:t>r</a:t>
            </a:r>
            <a:r>
              <a:rPr lang="en-US" i="1" baseline="30000" dirty="0" err="1">
                <a:solidFill>
                  <a:srgbClr val="000000"/>
                </a:solidFill>
                <a:ea typeface="+mn-lt"/>
                <a:cs typeface="+mn-lt"/>
              </a:rPr>
              <a:t>k</a:t>
            </a:r>
            <a:r>
              <a:rPr lang="en-US" i="1" dirty="0" err="1">
                <a:solidFill>
                  <a:srgbClr val="000000"/>
                </a:solidFill>
                <a:ea typeface="+mn-lt"/>
                <a:cs typeface="+mn-lt"/>
              </a:rPr>
              <a:t>e</a:t>
            </a:r>
            <a:r>
              <a:rPr lang="en-US" i="1" baseline="30000" dirty="0" err="1">
                <a:solidFill>
                  <a:srgbClr val="000000"/>
                </a:solidFill>
                <a:ea typeface="+mn-lt"/>
                <a:cs typeface="+mn-lt"/>
              </a:rPr>
              <a:t>ikθ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+ </a:t>
            </a:r>
            <a:r>
              <a:rPr lang="en-US" i="1" dirty="0">
                <a:solidFill>
                  <a:srgbClr val="000000"/>
                </a:solidFill>
                <a:ea typeface="+mn-lt"/>
                <a:cs typeface="+mn-lt"/>
              </a:rPr>
              <a:t>C</a:t>
            </a:r>
            <a:r>
              <a:rPr lang="en-US" sz="12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   for any </a:t>
            </a:r>
            <a:r>
              <a:rPr lang="en-US" i="1" dirty="0">
                <a:solidFill>
                  <a:srgbClr val="000000"/>
                </a:solidFill>
                <a:ea typeface="+mn-lt"/>
                <a:cs typeface="+mn-lt"/>
              </a:rPr>
              <a:t>k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∈ ℤ ≥ 2</a:t>
            </a:r>
          </a:p>
          <a:p>
            <a:r>
              <a:rPr lang="en-US" dirty="0"/>
              <a:t>Surface is determined by escape behavior (defined by the function)</a:t>
            </a:r>
          </a:p>
          <a:p>
            <a:r>
              <a:rPr lang="en-US"/>
              <a:t>Distance estimator enables rendering: d=½*log(r)*r/dr -&gt;(can tweak this)</a:t>
            </a:r>
            <a:endParaRPr lang="en-US" dirty="0"/>
          </a:p>
          <a:p>
            <a:r>
              <a:rPr lang="en-US"/>
              <a:t>Raymarching uses the DE for efficient stepping</a:t>
            </a:r>
            <a:endParaRPr lang="en-US" dirty="0"/>
          </a:p>
          <a:p>
            <a:r>
              <a:rPr lang="en-US" dirty="0"/>
              <a:t>This is how fractal </a:t>
            </a:r>
            <a:r>
              <a:rPr lang="en-US"/>
              <a:t>rendering was first originally explored</a:t>
            </a:r>
            <a:endParaRPr lang="en-US" dirty="0"/>
          </a:p>
          <a:p>
            <a:pPr lvl="1">
              <a:buFont typeface="Courier New" charset="2"/>
              <a:buChar char="o"/>
            </a:pPr>
            <a:r>
              <a:rPr lang="en-US" dirty="0"/>
              <a:t>Luckily, lots of good resources for this project!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7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8260F-3C5A-D1F6-A0C7-4472842A5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code:</a:t>
            </a:r>
          </a:p>
        </p:txBody>
      </p: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54FD8504-1098-B62E-1047-8FA0F51CA2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4" t="2079" r="83" b="189"/>
          <a:stretch>
            <a:fillRect/>
          </a:stretch>
        </p:blipFill>
        <p:spPr>
          <a:xfrm>
            <a:off x="1201523" y="2449204"/>
            <a:ext cx="9792187" cy="42307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003FE9-F944-D7FF-89AA-4010FA5F9D39}"/>
              </a:ext>
            </a:extLst>
          </p:cNvPr>
          <p:cNvSpPr txBox="1"/>
          <p:nvPr/>
        </p:nvSpPr>
        <p:spPr>
          <a:xfrm>
            <a:off x="1491225" y="6489290"/>
            <a:ext cx="59485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Credit: </a:t>
            </a:r>
            <a:r>
              <a:rPr lang="en-US" dirty="0">
                <a:ea typeface="+mn-lt"/>
                <a:cs typeface="+mn-lt"/>
                <a:hlinkClick r:id="rId3"/>
              </a:rPr>
              <a:t>The </a:t>
            </a:r>
            <a:r>
              <a:rPr lang="en-US" dirty="0" err="1">
                <a:ea typeface="+mn-lt"/>
                <a:cs typeface="+mn-lt"/>
                <a:hlinkClick r:id="rId3"/>
              </a:rPr>
              <a:t>Mandelbulb</a:t>
            </a:r>
            <a:r>
              <a:rPr lang="en-US" dirty="0">
                <a:ea typeface="+mn-lt"/>
                <a:cs typeface="+mn-lt"/>
                <a:hlinkClick r:id="rId3"/>
              </a:rPr>
              <a:t> - Ice Fractal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51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622F691-7E68-4AA5-BBF4-275653B98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FDB432D-0416-4E52-BDE8-9416159AF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50E8490-F5B7-4F0A-AB54-8C36EC7968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6CEF36F-DD08-4A0E-997E-E03683921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2B7642F-C92E-4201-9030-5D7006C57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784B40C-F09A-4D1C-B0DE-9958878731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0E8B78D-9950-4316-A9CF-E6E5D2CC8C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E453D5D3-2C2C-42B0-BEA5-B81CBA62E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8B072D99-315F-4D5C-8F95-7855C1245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2475D3DF-6A4B-4526-811A-DFB0A0811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0371525">
            <a:off x="263767" y="4117124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2117BBB2-6524-4501-B3AD-95BAA6195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0800000">
            <a:off x="457200" y="0"/>
            <a:ext cx="11277600" cy="4533900"/>
          </a:xfrm>
          <a:custGeom>
            <a:avLst/>
            <a:gdLst/>
            <a:ahLst/>
            <a:cxnLst/>
            <a:rect l="0" t="0" r="r" b="b"/>
            <a:pathLst>
              <a:path w="7104" h="2856">
                <a:moveTo>
                  <a:pt x="0" y="0"/>
                </a:moveTo>
                <a:lnTo>
                  <a:pt x="0" y="2856"/>
                </a:lnTo>
                <a:lnTo>
                  <a:pt x="7104" y="2856"/>
                </a:lnTo>
                <a:lnTo>
                  <a:pt x="7104" y="1"/>
                </a:lnTo>
                <a:lnTo>
                  <a:pt x="7104" y="1"/>
                </a:lnTo>
                <a:lnTo>
                  <a:pt x="6943" y="26"/>
                </a:lnTo>
                <a:lnTo>
                  <a:pt x="6782" y="50"/>
                </a:lnTo>
                <a:lnTo>
                  <a:pt x="6621" y="73"/>
                </a:lnTo>
                <a:lnTo>
                  <a:pt x="6459" y="93"/>
                </a:lnTo>
                <a:lnTo>
                  <a:pt x="6298" y="113"/>
                </a:lnTo>
                <a:lnTo>
                  <a:pt x="6136" y="132"/>
                </a:lnTo>
                <a:lnTo>
                  <a:pt x="5976" y="148"/>
                </a:lnTo>
                <a:lnTo>
                  <a:pt x="5814" y="163"/>
                </a:lnTo>
                <a:lnTo>
                  <a:pt x="5653" y="177"/>
                </a:lnTo>
                <a:lnTo>
                  <a:pt x="5494" y="189"/>
                </a:lnTo>
                <a:lnTo>
                  <a:pt x="5334" y="201"/>
                </a:lnTo>
                <a:lnTo>
                  <a:pt x="5175" y="211"/>
                </a:lnTo>
                <a:lnTo>
                  <a:pt x="5017" y="219"/>
                </a:lnTo>
                <a:lnTo>
                  <a:pt x="4859" y="227"/>
                </a:lnTo>
                <a:lnTo>
                  <a:pt x="4703" y="234"/>
                </a:lnTo>
                <a:lnTo>
                  <a:pt x="4548" y="239"/>
                </a:lnTo>
                <a:lnTo>
                  <a:pt x="4393" y="243"/>
                </a:lnTo>
                <a:lnTo>
                  <a:pt x="4240" y="247"/>
                </a:lnTo>
                <a:lnTo>
                  <a:pt x="4088" y="249"/>
                </a:lnTo>
                <a:lnTo>
                  <a:pt x="3937" y="251"/>
                </a:lnTo>
                <a:lnTo>
                  <a:pt x="3788" y="252"/>
                </a:lnTo>
                <a:lnTo>
                  <a:pt x="3640" y="251"/>
                </a:lnTo>
                <a:lnTo>
                  <a:pt x="3494" y="251"/>
                </a:lnTo>
                <a:lnTo>
                  <a:pt x="3349" y="249"/>
                </a:lnTo>
                <a:lnTo>
                  <a:pt x="3207" y="246"/>
                </a:lnTo>
                <a:lnTo>
                  <a:pt x="3066" y="243"/>
                </a:lnTo>
                <a:lnTo>
                  <a:pt x="2928" y="240"/>
                </a:lnTo>
                <a:lnTo>
                  <a:pt x="2791" y="235"/>
                </a:lnTo>
                <a:lnTo>
                  <a:pt x="2656" y="230"/>
                </a:lnTo>
                <a:lnTo>
                  <a:pt x="2524" y="225"/>
                </a:lnTo>
                <a:lnTo>
                  <a:pt x="2266" y="212"/>
                </a:lnTo>
                <a:lnTo>
                  <a:pt x="2019" y="198"/>
                </a:lnTo>
                <a:lnTo>
                  <a:pt x="1782" y="183"/>
                </a:lnTo>
                <a:lnTo>
                  <a:pt x="1557" y="167"/>
                </a:lnTo>
                <a:lnTo>
                  <a:pt x="1343" y="150"/>
                </a:lnTo>
                <a:lnTo>
                  <a:pt x="1144" y="132"/>
                </a:lnTo>
                <a:lnTo>
                  <a:pt x="957" y="114"/>
                </a:lnTo>
                <a:lnTo>
                  <a:pt x="785" y="96"/>
                </a:lnTo>
                <a:lnTo>
                  <a:pt x="627" y="79"/>
                </a:lnTo>
                <a:lnTo>
                  <a:pt x="487" y="63"/>
                </a:lnTo>
                <a:lnTo>
                  <a:pt x="361" y="48"/>
                </a:lnTo>
                <a:lnTo>
                  <a:pt x="254" y="35"/>
                </a:lnTo>
                <a:lnTo>
                  <a:pt x="165" y="23"/>
                </a:lnTo>
                <a:lnTo>
                  <a:pt x="42" y="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8D8BFC-3E23-F970-54FF-54F82F99B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975" y="4517136"/>
            <a:ext cx="10893095" cy="117494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/>
              <a:t>Some cool examples!</a:t>
            </a:r>
          </a:p>
        </p:txBody>
      </p:sp>
      <p:pic>
        <p:nvPicPr>
          <p:cNvPr id="4" name="Content Placeholder 3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7C03B56B-0261-DF26-7801-BD88A31ECC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08988" y="474132"/>
            <a:ext cx="3061259" cy="3439617"/>
          </a:xfrm>
          <a:prstGeom prst="roundRect">
            <a:avLst>
              <a:gd name="adj" fmla="val 1858"/>
            </a:avLst>
          </a:prstGeom>
          <a:effectLst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6B3DE0-5E10-0BC6-9C89-3A5C5A1A0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994" y="669209"/>
            <a:ext cx="3557016" cy="3047874"/>
          </a:xfrm>
          <a:prstGeom prst="roundRect">
            <a:avLst>
              <a:gd name="adj" fmla="val 1858"/>
            </a:avLst>
          </a:prstGeom>
          <a:effectLst/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602D0077-A4FB-4310-931A-44A3F9723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8F09D7-47D4-3116-772B-0F727F6809BF}"/>
              </a:ext>
            </a:extLst>
          </p:cNvPr>
          <p:cNvSpPr txBox="1"/>
          <p:nvPr/>
        </p:nvSpPr>
        <p:spPr>
          <a:xfrm>
            <a:off x="254000" y="3924710"/>
            <a:ext cx="3580579" cy="5078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>
              <a:spcBef>
                <a:spcPts val="1000"/>
              </a:spcBef>
            </a:pPr>
            <a:r>
              <a:rPr lang="en-US" sz="900"/>
              <a:t>Credit: </a:t>
            </a:r>
            <a:r>
              <a:rPr lang="en-US" sz="900" dirty="0">
                <a:hlinkClick r:id="rId5"/>
              </a:rPr>
              <a:t>Raymarching Distance Fields with CUDA</a:t>
            </a:r>
            <a:endParaRPr lang="en-US" sz="900">
              <a:latin typeface="Calibri"/>
              <a:ea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D1AD4F-BA80-80E5-499F-862FF563AA9B}"/>
              </a:ext>
            </a:extLst>
          </p:cNvPr>
          <p:cNvSpPr txBox="1"/>
          <p:nvPr/>
        </p:nvSpPr>
        <p:spPr>
          <a:xfrm>
            <a:off x="3695291" y="3744451"/>
            <a:ext cx="4104966" cy="5078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>
              <a:spcBef>
                <a:spcPts val="1000"/>
              </a:spcBef>
            </a:pPr>
            <a:r>
              <a:rPr lang="en-US" sz="900" dirty="0"/>
              <a:t>Credit: </a:t>
            </a:r>
            <a:r>
              <a:rPr lang="en-US" sz="900" dirty="0" err="1">
                <a:hlinkClick r:id="rId6"/>
              </a:rPr>
              <a:t>KentaYoshii</a:t>
            </a:r>
            <a:r>
              <a:rPr lang="en-US" sz="900" dirty="0">
                <a:hlinkClick r:id="rId6"/>
              </a:rPr>
              <a:t>/</a:t>
            </a:r>
            <a:r>
              <a:rPr lang="en-US" sz="900" dirty="0" err="1">
                <a:hlinkClick r:id="rId6"/>
              </a:rPr>
              <a:t>Raymarcher</a:t>
            </a:r>
            <a:r>
              <a:rPr lang="en-US" sz="900" dirty="0">
                <a:hlinkClick r:id="rId6"/>
              </a:rPr>
              <a:t>: Raymarching engine built with C++ and GLSL</a:t>
            </a:r>
            <a:endParaRPr lang="en-US" sz="900" dirty="0"/>
          </a:p>
          <a:p>
            <a:endParaRPr lang="en-US" sz="900" dirty="0"/>
          </a:p>
        </p:txBody>
      </p:sp>
      <p:pic>
        <p:nvPicPr>
          <p:cNvPr id="3" name="Picture 2" descr="A close up of a structure&#10;&#10;AI-generated content may be incorrect.">
            <a:extLst>
              <a:ext uri="{FF2B5EF4-FFF2-40B4-BE49-F238E27FC236}">
                <a16:creationId xmlns:a16="http://schemas.microsoft.com/office/drawing/2014/main" id="{D29821AB-E1AA-F24C-64E6-CBC29E942D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6240" y="665747"/>
            <a:ext cx="3715352" cy="25827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D42541B-6006-A896-B078-2187D8DC7005}"/>
              </a:ext>
            </a:extLst>
          </p:cNvPr>
          <p:cNvSpPr txBox="1"/>
          <p:nvPr/>
        </p:nvSpPr>
        <p:spPr>
          <a:xfrm>
            <a:off x="8430988" y="3312607"/>
            <a:ext cx="2884129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/>
              <a:t>Credit: </a:t>
            </a:r>
            <a:r>
              <a:rPr lang="en-US" sz="900" dirty="0">
                <a:ea typeface="+mn-lt"/>
                <a:cs typeface="+mn-lt"/>
                <a:hlinkClick r:id="rId8"/>
              </a:rPr>
              <a:t>The </a:t>
            </a:r>
            <a:r>
              <a:rPr lang="en-US" sz="900" dirty="0" err="1">
                <a:ea typeface="+mn-lt"/>
                <a:cs typeface="+mn-lt"/>
                <a:hlinkClick r:id="rId8"/>
              </a:rPr>
              <a:t>Mandelbulb</a:t>
            </a:r>
            <a:r>
              <a:rPr lang="en-US" sz="900" dirty="0">
                <a:ea typeface="+mn-lt"/>
                <a:cs typeface="+mn-lt"/>
                <a:hlinkClick r:id="rId8"/>
              </a:rPr>
              <a:t> - Ice Fractal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798758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EC2E-DBC2-E8F6-A090-DEABC04E1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HDR Rendering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FE39A-C1FA-94E2-C7F4-6197B9795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7144" y="2475163"/>
            <a:ext cx="9748001" cy="39055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Normally we </a:t>
            </a:r>
            <a:r>
              <a:rPr lang="en-US"/>
              <a:t>render  LDR RGB to our screen</a:t>
            </a:r>
            <a:endParaRPr lang="en-US" dirty="0"/>
          </a:p>
          <a:p>
            <a:pPr lvl="1">
              <a:buFont typeface="Courier New" charset="2"/>
              <a:buChar char="o"/>
            </a:pPr>
            <a:r>
              <a:rPr lang="en-US"/>
              <a:t>8-bit floating point framebuffer</a:t>
            </a:r>
            <a:endParaRPr lang="en-US" dirty="0"/>
          </a:p>
          <a:p>
            <a:r>
              <a:rPr lang="en-US"/>
              <a:t>HDR RGB is allowing color values &gt; 1.0 during color calculation</a:t>
            </a:r>
            <a:endParaRPr lang="en-US" dirty="0"/>
          </a:p>
          <a:p>
            <a:pPr lvl="1">
              <a:buFont typeface="Courier New" charset="2"/>
              <a:buChar char="o"/>
            </a:pPr>
            <a:r>
              <a:rPr lang="en-US"/>
              <a:t>No bound</a:t>
            </a:r>
            <a:endParaRPr lang="en-US" dirty="0"/>
          </a:p>
          <a:p>
            <a:r>
              <a:rPr lang="en-US" dirty="0"/>
              <a:t>HDR Rendering we render to a 16-bit floating point frame buffer</a:t>
            </a:r>
          </a:p>
          <a:p>
            <a:r>
              <a:rPr lang="en-US" dirty="0"/>
              <a:t>Tone Mapping -&gt; multi-pass </a:t>
            </a:r>
            <a:r>
              <a:rPr lang="en-US"/>
              <a:t>technique</a:t>
            </a:r>
            <a:endParaRPr lang="en-US">
              <a:solidFill>
                <a:srgbClr val="000000"/>
              </a:solidFill>
            </a:endParaRPr>
          </a:p>
          <a:p>
            <a:pPr lvl="1">
              <a:buFont typeface="Courier New,monospace" charset="2"/>
              <a:buChar char="o"/>
            </a:pPr>
            <a:r>
              <a:rPr lang="en-US" dirty="0"/>
              <a:t>Map unclamped linear color space into clamped sRGB color space to </a:t>
            </a:r>
            <a:r>
              <a:rPr lang="en-US"/>
              <a:t>simulate HDR</a:t>
            </a:r>
            <a:r>
              <a:rPr lang="en-US" dirty="0"/>
              <a:t> imagery</a:t>
            </a:r>
          </a:p>
          <a:p>
            <a:pPr lvl="1">
              <a:buFont typeface="Courier New,monospace" charset="2"/>
              <a:buChar char="o"/>
            </a:pPr>
            <a:r>
              <a:rPr lang="en-US" dirty="0"/>
              <a:t>Done with </a:t>
            </a:r>
            <a:r>
              <a:rPr lang="en-US"/>
              <a:t>mathematical compression equation/curve: Reinhard, ACES, filmic, etc.</a:t>
            </a:r>
            <a:endParaRPr lang="en-US" dirty="0"/>
          </a:p>
          <a:p>
            <a:r>
              <a:rPr lang="en-US" dirty="0"/>
              <a:t>Produces more realistic lighting and </a:t>
            </a:r>
            <a:r>
              <a:rPr lang="en-US"/>
              <a:t>contrast</a:t>
            </a:r>
            <a:endParaRPr lang="en-US" dirty="0"/>
          </a:p>
          <a:p>
            <a:pPr lvl="1">
              <a:buFont typeface="Courier New,monospace" charset="2"/>
              <a:buChar char="o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798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55967-18F7-BC40-9778-BB4A12BFD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F2B95-6CBC-0794-71DB-E69A35222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9544" y="2507247"/>
            <a:ext cx="9435180" cy="37772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Raymarching is a powerful </a:t>
            </a:r>
            <a:r>
              <a:rPr lang="en-US"/>
              <a:t>technique!</a:t>
            </a:r>
            <a:endParaRPr lang="en-US" dirty="0"/>
          </a:p>
          <a:p>
            <a:r>
              <a:rPr lang="en-US"/>
              <a:t>Very optimizable with many parameters to tweak performance</a:t>
            </a:r>
            <a:endParaRPr lang="en-US" dirty="0"/>
          </a:p>
          <a:p>
            <a:pPr lvl="1">
              <a:buFont typeface="Courier New" charset="2"/>
              <a:buChar char="o"/>
            </a:pPr>
            <a:r>
              <a:rPr lang="en-US"/>
              <a:t>Step count</a:t>
            </a:r>
          </a:p>
          <a:p>
            <a:pPr lvl="1">
              <a:buFont typeface="Courier New" charset="2"/>
              <a:buChar char="o"/>
            </a:pPr>
            <a:r>
              <a:rPr lang="en-US"/>
              <a:t>DE iteration count</a:t>
            </a:r>
          </a:p>
          <a:p>
            <a:r>
              <a:rPr lang="en-US" dirty="0"/>
              <a:t>Similar to ray tracing...but also very different</a:t>
            </a:r>
          </a:p>
          <a:p>
            <a:r>
              <a:rPr lang="en-US"/>
              <a:t>VERY COMPUTATIONALLY EXPENSIVE!</a:t>
            </a:r>
            <a:endParaRPr lang="en-US" dirty="0"/>
          </a:p>
          <a:p>
            <a:r>
              <a:rPr lang="en-US" dirty="0"/>
              <a:t>Great for procedural </a:t>
            </a:r>
            <a:r>
              <a:rPr lang="en-US"/>
              <a:t>experimentation</a:t>
            </a:r>
          </a:p>
          <a:p>
            <a:r>
              <a:rPr lang="en-US"/>
              <a:t>Increasingly becoming a noticeable technique as GPU's get stronger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663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4922B-4EA0-9580-022E-D31D2A3F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 For Tuning In!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4E183-130F-1B04-3F67-B1F25F73C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9908422" cy="400985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Questions? Concerns?</a:t>
            </a:r>
          </a:p>
          <a:p>
            <a:r>
              <a:rPr lang="en-US"/>
              <a:t>Will Post some cool and intuitive videos to Ed Discussion -&gt; Please check them out!</a:t>
            </a:r>
          </a:p>
          <a:p>
            <a:pPr lvl="1">
              <a:buFont typeface="Courier New" charset="2"/>
              <a:buChar char="o"/>
            </a:pPr>
            <a:r>
              <a:rPr lang="en-US"/>
              <a:t>Inigo Quilez's presentation: </a:t>
            </a:r>
            <a:r>
              <a:rPr lang="en-US" dirty="0">
                <a:ea typeface="+mn-lt"/>
                <a:cs typeface="+mn-lt"/>
                <a:hlinkClick r:id="rId2"/>
              </a:rPr>
              <a:t>Rendering Worlds With Two Triangles</a:t>
            </a:r>
            <a:endParaRPr lang="en-US" dirty="0"/>
          </a:p>
          <a:p>
            <a:r>
              <a:rPr lang="en-US"/>
              <a:t>Sources and Papers:</a:t>
            </a:r>
            <a:endParaRPr lang="en-US" dirty="0"/>
          </a:p>
          <a:p>
            <a:pPr lvl="1">
              <a:buFont typeface="Courier New" charset="2"/>
              <a:buChar char="o"/>
            </a:pPr>
            <a:r>
              <a:rPr lang="en-US" dirty="0">
                <a:ea typeface="+mn-lt"/>
                <a:cs typeface="+mn-lt"/>
                <a:hlinkClick r:id="rId3"/>
              </a:rPr>
              <a:t>1910189b.tif</a:t>
            </a:r>
          </a:p>
          <a:p>
            <a:pPr lvl="1">
              <a:buFont typeface="Courier New" charset="2"/>
              <a:buChar char="o"/>
            </a:pPr>
            <a:r>
              <a:rPr lang="en-US" dirty="0">
                <a:ea typeface="+mn-lt"/>
                <a:cs typeface="+mn-lt"/>
                <a:hlinkClick r:id="rId4"/>
              </a:rPr>
              <a:t>Raymarching Distance Fields with CUDA</a:t>
            </a:r>
          </a:p>
          <a:p>
            <a:pPr lvl="1">
              <a:buFont typeface="Courier New" charset="2"/>
              <a:buChar char="o"/>
            </a:pPr>
            <a:r>
              <a:rPr lang="en-US" dirty="0">
                <a:ea typeface="+mn-lt"/>
                <a:cs typeface="+mn-lt"/>
                <a:hlinkClick r:id="rId5"/>
              </a:rPr>
              <a:t>3D Raymarching - Timm Schmidt</a:t>
            </a:r>
          </a:p>
          <a:p>
            <a:pPr lvl="1">
              <a:buFont typeface="Courier New" charset="2"/>
              <a:buChar char="o"/>
            </a:pPr>
            <a:r>
              <a:rPr lang="en-US" dirty="0">
                <a:ea typeface="+mn-lt"/>
                <a:cs typeface="+mn-lt"/>
                <a:hlinkClick r:id="rId6"/>
              </a:rPr>
              <a:t>Inigo Quilez :: computer graphics, </a:t>
            </a:r>
            <a:r>
              <a:rPr lang="en-US" dirty="0" err="1">
                <a:ea typeface="+mn-lt"/>
                <a:cs typeface="+mn-lt"/>
                <a:hlinkClick r:id="rId6"/>
              </a:rPr>
              <a:t>maths</a:t>
            </a:r>
            <a:r>
              <a:rPr lang="en-US" dirty="0">
                <a:ea typeface="+mn-lt"/>
                <a:cs typeface="+mn-lt"/>
                <a:hlinkClick r:id="rId6"/>
              </a:rPr>
              <a:t>, shaders, fractals, </a:t>
            </a:r>
            <a:r>
              <a:rPr lang="en-US" dirty="0" err="1">
                <a:ea typeface="+mn-lt"/>
                <a:cs typeface="+mn-lt"/>
                <a:hlinkClick r:id="rId6"/>
              </a:rPr>
              <a:t>demoscene</a:t>
            </a:r>
            <a:endParaRPr lang="en-US" dirty="0">
              <a:ea typeface="+mn-lt"/>
              <a:cs typeface="+mn-lt"/>
              <a:hlinkClick r:id="rId6"/>
            </a:endParaRPr>
          </a:p>
          <a:p>
            <a:pPr lvl="1">
              <a:buFont typeface="Courier New" charset="2"/>
              <a:buChar char="o"/>
            </a:pPr>
            <a:r>
              <a:rPr lang="en-US" dirty="0">
                <a:ea typeface="+mn-lt"/>
                <a:cs typeface="+mn-lt"/>
                <a:hlinkClick r:id="rId7"/>
              </a:rPr>
              <a:t>KentaYoshii/Raymarcher: Raymarching engine built with C++ and GLSL</a:t>
            </a:r>
            <a:endParaRPr lang="en-US" dirty="0">
              <a:ea typeface="+mn-lt"/>
              <a:cs typeface="+mn-lt"/>
            </a:endParaRPr>
          </a:p>
          <a:p>
            <a:pPr lvl="1">
              <a:buFont typeface="Courier New" charset="2"/>
              <a:buChar char="o"/>
            </a:pPr>
            <a:r>
              <a:rPr lang="en-US" dirty="0">
                <a:ea typeface="+mn-lt"/>
                <a:cs typeface="+mn-lt"/>
                <a:hlinkClick r:id="rId8"/>
              </a:rPr>
              <a:t>The </a:t>
            </a:r>
            <a:r>
              <a:rPr lang="en-US" dirty="0" err="1">
                <a:ea typeface="+mn-lt"/>
                <a:cs typeface="+mn-lt"/>
                <a:hlinkClick r:id="rId8"/>
              </a:rPr>
              <a:t>Mandelbulb</a:t>
            </a:r>
            <a:r>
              <a:rPr lang="en-US" dirty="0">
                <a:ea typeface="+mn-lt"/>
                <a:cs typeface="+mn-lt"/>
                <a:hlinkClick r:id="rId8"/>
              </a:rPr>
              <a:t> - Ice Fractal</a:t>
            </a:r>
            <a:r>
              <a:rPr lang="en-US" dirty="0">
                <a:ea typeface="+mn-lt"/>
                <a:cs typeface="+mn-lt"/>
              </a:rPr>
              <a:t> ---&gt; KILLER website/resource on fractals</a:t>
            </a:r>
          </a:p>
          <a:p>
            <a:pPr lvl="2">
              <a:buFont typeface="Wingdings" charset="2"/>
              <a:buChar char="§"/>
            </a:pPr>
            <a:r>
              <a:rPr lang="en-US" dirty="0" err="1">
                <a:ea typeface="+mn-lt"/>
                <a:cs typeface="+mn-lt"/>
                <a:hlinkClick r:id="rId9"/>
              </a:rPr>
              <a:t>Mandelbulb</a:t>
            </a:r>
            <a:r>
              <a:rPr lang="en-US" dirty="0">
                <a:ea typeface="+mn-lt"/>
                <a:cs typeface="+mn-lt"/>
                <a:hlinkClick r:id="rId9"/>
              </a:rPr>
              <a:t> Viewer - Ice Fractal</a:t>
            </a:r>
            <a:r>
              <a:rPr lang="en-US" dirty="0">
                <a:ea typeface="+mn-lt"/>
                <a:cs typeface="+mn-lt"/>
              </a:rPr>
              <a:t> ---&gt; super helpful interactive viewer on same website</a:t>
            </a:r>
          </a:p>
          <a:p>
            <a:pPr lvl="1">
              <a:buFont typeface="Courier New" charset="2"/>
              <a:buChar char="o"/>
            </a:pP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137251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Ion Boardroom</vt:lpstr>
      <vt:lpstr>Raymarching</vt:lpstr>
      <vt:lpstr>First, a brief overview:  What is Raymarching?</vt:lpstr>
      <vt:lpstr>Signed Distance Functions aka SDF's</vt:lpstr>
      <vt:lpstr>The Raymarch Algorithm</vt:lpstr>
      <vt:lpstr>Benefits</vt:lpstr>
      <vt:lpstr>Drawbacks</vt:lpstr>
      <vt:lpstr>Why this is perfect for my project</vt:lpstr>
      <vt:lpstr>Example code:</vt:lpstr>
      <vt:lpstr>Some cool examples!</vt:lpstr>
      <vt:lpstr>HDR Rendering</vt:lpstr>
      <vt:lpstr>In summary</vt:lpstr>
      <vt:lpstr>Thank You For Tuning In!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836</cp:revision>
  <dcterms:created xsi:type="dcterms:W3CDTF">2026-04-05T18:58:22Z</dcterms:created>
  <dcterms:modified xsi:type="dcterms:W3CDTF">2026-04-06T16:29:50Z</dcterms:modified>
</cp:coreProperties>
</file>